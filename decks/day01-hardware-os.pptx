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4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4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Operating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Fundamentals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Course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PART 1 — HARDWARE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CPU, RAM, Storage, BIOS/UEFI, Network Card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PART 2 — OPERATING SYSTEM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Kernel, Processes, Memory, File System, Services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</a:rPr>
              <a:t>PART 3 — SECURITY CONNECTION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How each layer is attacked and defended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Physical Foundation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HARDWARE?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physical part of a computer you can touch.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body; software is the brain.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CPU</a:t>
            </a:r>
            <a:r>
              <a:rPr lang="en-US" sz="2800" dirty="0">
                <a:solidFill>
                  <a:srgbClr val="94A3B8"/>
                </a:solidFill>
              </a:rPr>
              <a:t> — The brain that executes instructions</a:t>
            </a:r>
            <a:endParaRPr lang="en-US" sz="28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RAM</a:t>
            </a:r>
            <a:r>
              <a:rPr lang="en-US" sz="1100" dirty="0">
                <a:solidFill>
                  <a:srgbClr val="94A3B8"/>
                </a:solidFill>
              </a:rPr>
              <a:t> — Fast, temporary working memory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Storage</a:t>
            </a:r>
            <a:r>
              <a:rPr lang="en-US" sz="1100" dirty="0">
                <a:solidFill>
                  <a:srgbClr val="94A3B8"/>
                </a:solidFill>
              </a:rPr>
              <a:t> — Permanent data (SSD / HDD)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BIOS/UEFI</a:t>
            </a:r>
            <a:r>
              <a:rPr lang="en-US" sz="1100" dirty="0">
                <a:solidFill>
                  <a:srgbClr val="94A3B8"/>
                </a:solidFill>
              </a:rPr>
              <a:t> — First firmware that runs on power 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NIC</a:t>
            </a:r>
            <a:r>
              <a:rPr lang="en-US" sz="1100" dirty="0">
                <a:solidFill>
                  <a:srgbClr val="94A3B8"/>
                </a:solidFill>
              </a:rPr>
              <a:t> — Network card connects you to the wire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— THE BRAIN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every instruction. Billions of cycles per second.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</a:rPr>
              <a:t>Registers</a:t>
            </a:r>
            <a:r>
              <a:rPr lang="en-US" sz="3200" dirty="0">
                <a:solidFill>
                  <a:srgbClr val="94A3B8"/>
                </a:solidFill>
              </a:rPr>
              <a:t> — Ultra-fast storage inside CPU</a:t>
            </a:r>
            <a:endParaRPr lang="en-US" sz="32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ALU</a:t>
            </a:r>
            <a:r>
              <a:rPr lang="en-US" sz="1000" dirty="0">
                <a:solidFill>
                  <a:srgbClr val="94A3B8"/>
                </a:solidFill>
              </a:rPr>
              <a:t> — Arithmetic Logic Unit does math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Control Unit</a:t>
            </a:r>
            <a:r>
              <a:rPr lang="en-US" sz="1000" dirty="0">
                <a:solidFill>
                  <a:srgbClr val="94A3B8"/>
                </a:solidFill>
              </a:rPr>
              <a:t> — Directs traffic between components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Cache</a:t>
            </a:r>
            <a:r>
              <a:rPr lang="en-US" sz="1000" dirty="0">
                <a:solidFill>
                  <a:srgbClr val="94A3B8"/>
                </a:solidFill>
              </a:rPr>
              <a:t> — Small fast memory (L1, L2, L3)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Clock Speed</a:t>
            </a:r>
            <a:r>
              <a:rPr lang="en-US" sz="1000" dirty="0">
                <a:solidFill>
                  <a:srgbClr val="94A3B8"/>
                </a:solidFill>
              </a:rPr>
              <a:t> — Cycles per second (GHz)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Cores</a:t>
            </a:r>
            <a:r>
              <a:rPr lang="en-US" sz="1000" dirty="0">
                <a:solidFill>
                  <a:srgbClr val="94A3B8"/>
                </a:solidFill>
              </a:rPr>
              <a:t> — Number of independent CPUs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— SECURITY RELEVANCE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Spectre &amp; Meltdown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</a:rPr>
              <a:t>  Attack how CPU speculatively executes instructions</a:t>
            </a:r>
            <a:endParaRPr lang="en-US" sz="280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Side-Channel Attacks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Extract secrets by measuring CPU timing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Privilege Escalation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Attacker jumps from user-level to kernel-level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Protection Rings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Ring 0 = Kernel (full control) | Ring 3 = User (restricted)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— WORKING MEMORY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temporary workspace for active programs.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</a:rPr>
              <a:t>Speed</a:t>
            </a:r>
            <a:r>
              <a:rPr lang="en-US" sz="3600" dirty="0">
                <a:solidFill>
                  <a:srgbClr val="94A3B8"/>
                </a:solidFill>
              </a:rPr>
              <a:t> — Very fast (nanoseconds)</a:t>
            </a:r>
            <a:endParaRPr lang="en-US" sz="360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Volatile</a:t>
            </a:r>
            <a:r>
              <a:rPr lang="en-US" sz="1050" dirty="0">
                <a:solidFill>
                  <a:srgbClr val="94A3B8"/>
                </a:solidFill>
              </a:rPr>
              <a:t> — Data dies when power off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Capacity</a:t>
            </a:r>
            <a:r>
              <a:rPr lang="en-US" sz="1050" dirty="0">
                <a:solidFill>
                  <a:srgbClr val="94A3B8"/>
                </a:solidFill>
              </a:rPr>
              <a:t> — 8-64 GB typical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Cost</a:t>
            </a:r>
            <a:r>
              <a:rPr lang="en-US" sz="1050" dirty="0">
                <a:solidFill>
                  <a:srgbClr val="94A3B8"/>
                </a:solidFill>
              </a:rPr>
              <a:t> — Expensive per GB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Analogy</a:t>
            </a:r>
            <a:r>
              <a:rPr lang="en-US" sz="1050" dirty="0">
                <a:solidFill>
                  <a:srgbClr val="94A3B8"/>
                </a:solidFill>
              </a:rPr>
              <a:t> — Your desk. Active files go here.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— SECURITY RELEVANCE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RAM Scraping Malware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</a:rPr>
              <a:t>  Steals credit cards, passwords from memory</a:t>
            </a:r>
            <a:endParaRPr lang="en-US" sz="280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Cold Boot Attacks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Freeze RAM, move to another machine, read keys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Fileless Malware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Lives only in RAM, no files on disk to scan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Memory Forensics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RAM dumps reveal encryption keys and secrets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- PERMANENT MEMORY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</a:rPr>
              <a:t>HDD</a:t>
            </a:r>
            <a:r>
              <a:rPr lang="en-US" sz="3200" dirty="0">
                <a:solidFill>
                  <a:srgbClr val="94A3B8"/>
                </a:solidFill>
              </a:rPr>
              <a:t> — Mechanical, slower, cheaper, fragile</a:t>
            </a:r>
            <a:endParaRPr lang="en-US" sz="32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SSD</a:t>
            </a:r>
            <a:r>
              <a:rPr lang="en-US" sz="1000" dirty="0">
                <a:solidFill>
                  <a:srgbClr val="94A3B8"/>
                </a:solidFill>
              </a:rPr>
              <a:t> — No moving parts, faster, durable, expensive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Non-Volatile</a:t>
            </a:r>
            <a:r>
              <a:rPr lang="en-US" sz="1000" dirty="0">
                <a:solidFill>
                  <a:srgbClr val="94A3B8"/>
                </a:solidFill>
              </a:rPr>
              <a:t> — Keeps data without power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Analogy</a:t>
            </a:r>
            <a:r>
              <a:rPr lang="en-US" sz="1000" dirty="0">
                <a:solidFill>
                  <a:srgbClr val="94A3B8"/>
                </a:solidFill>
              </a:rPr>
              <a:t> — Filing cabinet. Files stay until deleted.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</a:rPr>
              <a:t>Why not run programs from storage?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  Storage is 1000x slower than RAM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- SECURITY RELEVANCE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</a:rPr>
              <a:t>Malware Persistence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94A3B8"/>
                </a:solidFill>
              </a:rPr>
              <a:t>  Malware writes to disk to survive reboots</a:t>
            </a:r>
            <a:endParaRPr lang="en-US" sz="32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Forensics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 Deleted files recoverable until overwritten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Firmware Attacks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 Malware in BIOS/UEFI survives OS reinstall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Disk Encryption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  BitLocker (Windows) / LUKS (Linux) protects data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 / UEFI — FIRMWARE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software that runs when you power 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</a:rPr>
              <a:t>BIOS</a:t>
            </a:r>
            <a:r>
              <a:rPr lang="en-US" sz="3200" dirty="0">
                <a:solidFill>
                  <a:srgbClr val="94A3B8"/>
                </a:solidFill>
              </a:rPr>
              <a:t> — Legacy firmware (Basic Input/Output System)</a:t>
            </a:r>
            <a:endParaRPr lang="en-US" sz="32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UEFI</a:t>
            </a:r>
            <a:r>
              <a:rPr lang="en-US" sz="1000" dirty="0">
                <a:solidFill>
                  <a:srgbClr val="94A3B8"/>
                </a:solidFill>
              </a:rPr>
              <a:t> — Modern replacement (faster, more secure)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POST</a:t>
            </a:r>
            <a:r>
              <a:rPr lang="en-US" sz="1000" dirty="0">
                <a:solidFill>
                  <a:srgbClr val="94A3B8"/>
                </a:solidFill>
              </a:rPr>
              <a:t> — Power-On Self-Test checks hardware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Boot Order</a:t>
            </a:r>
            <a:r>
              <a:rPr lang="en-US" sz="1000" dirty="0">
                <a:solidFill>
                  <a:srgbClr val="94A3B8"/>
                </a:solidFill>
              </a:rPr>
              <a:t> — Which device to boot from first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</a:rPr>
              <a:t>Boot Sequence: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  Power ON → BIOS/UEFI → POST → Find OS → Load 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INTERFACE CARD (NIC)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MAC Address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</a:rPr>
              <a:t>  Unique 48-bit hardware address burned into NIC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</a:rPr>
              <a:t>  Format: AA:BB:CC:DD:EE:FF</a:t>
            </a:r>
            <a:endParaRPr lang="en-US" sz="280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Function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 Sends and receives data over network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Security Relevance: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 MAC Spoofing — attacker changes MAC to impersonate another device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 Network Sniffing — capturing traffic on the wire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 ARP Spoofing — redirect traffic by faking MAC-IP mappings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Manager Between Hardware &amp; Apps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14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OPERATING SYSTEM?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that manages all hardware resources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provides services for applications.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Process Management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</a:rPr>
              <a:t>  Decides which programs run and when</a:t>
            </a:r>
            <a:endParaRPr lang="en-US" sz="28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Memory Management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Allocates RAM to programs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File System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Organizes files on storage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Device Management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Controls keyboards, screens, network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User Management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Handles accounts and permissions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15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MODE vs USER MODE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CONCEPT FOR SECURITY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KERNEL MODE (Ring 0)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Full access to ALL hardware | Can execute ANY instruction | OS kernel runs here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7680960" cy="1280160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USER MODE (Ring 3)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Restricted access | Must use SYSTEM CALLS | Your apps run here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GOAL: Break from User → Kernel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16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running instance of a program.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</a:rPr>
              <a:t>PID</a:t>
            </a:r>
            <a:r>
              <a:rPr lang="en-US" sz="3600" dirty="0">
                <a:solidFill>
                  <a:srgbClr val="94A3B8"/>
                </a:solidFill>
              </a:rPr>
              <a:t> — Unique process ID number</a:t>
            </a:r>
            <a:endParaRPr lang="en-US" sz="360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Parent Process</a:t>
            </a:r>
            <a:r>
              <a:rPr lang="en-US" sz="1050" dirty="0">
                <a:solidFill>
                  <a:srgbClr val="94A3B8"/>
                </a:solidFill>
              </a:rPr>
              <a:t> — What spawned it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User</a:t>
            </a:r>
            <a:r>
              <a:rPr lang="en-US" sz="1050" dirty="0">
                <a:solidFill>
                  <a:srgbClr val="94A3B8"/>
                </a:solidFill>
              </a:rPr>
              <a:t> — Which account owns it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Memory Usage</a:t>
            </a:r>
            <a:r>
              <a:rPr lang="en-US" sz="1050" dirty="0">
                <a:solidFill>
                  <a:srgbClr val="94A3B8"/>
                </a:solidFill>
              </a:rPr>
              <a:t> — How much RAM it's using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States</a:t>
            </a:r>
            <a:r>
              <a:rPr lang="en-US" sz="1050" dirty="0">
                <a:solidFill>
                  <a:srgbClr val="94A3B8"/>
                </a:solidFill>
              </a:rPr>
              <a:t> — Ready → Running → Waiting → Terminated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Check it:  Windows = tasklist | Linux = ps aux / htop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17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— SECURITY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</a:rPr>
              <a:t>Process Injection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94A3B8"/>
                </a:solidFill>
              </a:rPr>
              <a:t>  Hide malware inside legitimate process</a:t>
            </a:r>
            <a:endParaRPr lang="en-US" sz="36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Process Hollowing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 Replace a process's code with malicious code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</a:rPr>
              <a:t>Red Flags to Watch: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 suspicious.exe running as SYSTEM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 chrome.exe spawning cmd.exe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 word.exe running powershell.exe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  unknown.exe using 100% CPU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18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SYSTEMS &amp; PERMISSIONS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</a:rPr>
              <a:t>File Systems by OS: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</a:rPr>
              <a:t>  Windows: NTFS, FAT32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</a:rPr>
              <a:t>  Linux: ext4, XFS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</a:rPr>
              <a:t>  macOS: APFS, HFS+</a:t>
            </a:r>
            <a:endParaRPr lang="en-US" sz="280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</a:rPr>
              <a:t>Permissions: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Read (r) — View file contents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Write (w) — Modify file contents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Execute (x) — Run as program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Dangerous: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chmod 777 = everyone has full access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"Everyone: Full Control" in Windows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19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&amp; PORTS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</a:rPr>
              <a:t>Service/Daemon</a:t>
            </a:r>
            <a:r>
              <a:rPr lang="en-US" sz="3200" dirty="0">
                <a:solidFill>
                  <a:srgbClr val="94A3B8"/>
                </a:solidFill>
              </a:rPr>
              <a:t> — Background process without user interaction</a:t>
            </a:r>
            <a:endParaRPr lang="en-US" sz="32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Port</a:t>
            </a:r>
            <a:r>
              <a:rPr lang="en-US" sz="1000" dirty="0">
                <a:solidFill>
                  <a:srgbClr val="94A3B8"/>
                </a:solidFill>
              </a:rPr>
              <a:t> — Number identifying a specific service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Listening</a:t>
            </a:r>
            <a:r>
              <a:rPr lang="en-US" sz="1000" dirty="0">
                <a:solidFill>
                  <a:srgbClr val="94A3B8"/>
                </a:solidFill>
              </a:rPr>
              <a:t> — Waiting for incoming network connections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</a:rPr>
              <a:t>Common Ports: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  22 = SSH | 53 = DNS | 80 = HTTP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  443 = HTTPS | 3389 = RDP | 3306 = MySQL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Open ports = attack surface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PROTECTION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Virtual Memory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94A3B8"/>
                </a:solidFill>
              </a:rPr>
              <a:t>  Each process thinks it has its own private memory space</a:t>
            </a:r>
            <a:endParaRPr lang="en-US" sz="280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ASLR</a:t>
            </a:r>
            <a:r>
              <a:rPr lang="en-US" sz="1050" dirty="0">
                <a:solidFill>
                  <a:srgbClr val="94A3B8"/>
                </a:solidFill>
              </a:rPr>
              <a:t> — Randomizes memory addresses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Makes buffer overflow exploits harder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DEP / NX</a:t>
            </a:r>
            <a:r>
              <a:rPr lang="en-US" sz="1050" dirty="0">
                <a:solidFill>
                  <a:srgbClr val="94A3B8"/>
                </a:solidFill>
              </a:rPr>
              <a:t> — Marks memory as non-executable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  Prevents shellcode injection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Stack Canaries</a:t>
            </a:r>
            <a:r>
              <a:rPr lang="en-US" sz="1050" dirty="0">
                <a:solidFill>
                  <a:srgbClr val="94A3B8"/>
                </a:solidFill>
              </a:rPr>
              <a:t> — Detects buffer overflow before return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Memory Isolation</a:t>
            </a:r>
            <a:r>
              <a:rPr lang="en-US" sz="1050" dirty="0">
                <a:solidFill>
                  <a:srgbClr val="94A3B8"/>
                </a:solidFill>
              </a:rPr>
              <a:t> — Process A cannot read Process B's memory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21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PROCESS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2D3EE"/>
                </a:solidFill>
              </a:rPr>
              <a:t>1.</a:t>
            </a:r>
            <a:r>
              <a:rPr lang="en-US" sz="4800" dirty="0">
                <a:solidFill>
                  <a:srgbClr val="F8FAFC"/>
                </a:solidFill>
              </a:rPr>
              <a:t> Power ON</a:t>
            </a:r>
            <a:endParaRPr lang="en-US" sz="48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2.</a:t>
            </a:r>
            <a:r>
              <a:rPr lang="en-US" sz="1100" dirty="0">
                <a:solidFill>
                  <a:srgbClr val="F8FAFC"/>
                </a:solidFill>
              </a:rPr>
              <a:t> BIOS/UEFI loads from chip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3.</a:t>
            </a:r>
            <a:r>
              <a:rPr lang="en-US" sz="1100" dirty="0">
                <a:solidFill>
                  <a:srgbClr val="F8FAFC"/>
                </a:solidFill>
              </a:rPr>
              <a:t> POST — checks hardware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4.</a:t>
            </a:r>
            <a:r>
              <a:rPr lang="en-US" sz="1100" dirty="0">
                <a:solidFill>
                  <a:srgbClr val="F8FAFC"/>
                </a:solidFill>
              </a:rPr>
              <a:t> Find boot device (SSD, USB, network)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5.</a:t>
            </a:r>
            <a:r>
              <a:rPr lang="en-US" sz="1100" dirty="0">
                <a:solidFill>
                  <a:srgbClr val="F8FAFC"/>
                </a:solidFill>
              </a:rPr>
              <a:t> Load bootloader (GRUB, Windows Boot Manager)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6.</a:t>
            </a:r>
            <a:r>
              <a:rPr lang="en-US" sz="1100" dirty="0">
                <a:solidFill>
                  <a:srgbClr val="F8FAFC"/>
                </a:solidFill>
              </a:rPr>
              <a:t> Load OS kernel into RAM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7.</a:t>
            </a:r>
            <a:r>
              <a:rPr lang="en-US" sz="1100" dirty="0">
                <a:solidFill>
                  <a:srgbClr val="F8FAFC"/>
                </a:solidFill>
              </a:rPr>
              <a:t> Kernel initializes (drivers, memory, services)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8.</a:t>
            </a:r>
            <a:r>
              <a:rPr lang="en-US" sz="1100" dirty="0">
                <a:solidFill>
                  <a:srgbClr val="F8FAFC"/>
                </a:solidFill>
              </a:rPr>
              <a:t> User login screen appears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SUMMARY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&amp; Defense at Every Layer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23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— ATTACK vs DEFENSE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</a:rPr>
              <a:t>CPU</a:t>
            </a:r>
            <a:r>
              <a:rPr lang="en-US" sz="3200" dirty="0">
                <a:solidFill>
                  <a:srgbClr val="EF4444"/>
                </a:solidFill>
              </a:rPr>
              <a:t> → Spectre/Meltdown attacks</a:t>
            </a:r>
            <a:r>
              <a:rPr lang="en-US" sz="3200" dirty="0">
                <a:solidFill>
                  <a:srgbClr val="22C55E"/>
                </a:solidFill>
              </a:rPr>
              <a:t> | Patch updates</a:t>
            </a:r>
            <a:endParaRPr lang="en-US" sz="320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RAM</a:t>
            </a:r>
            <a:r>
              <a:rPr lang="en-US" sz="1050" dirty="0">
                <a:solidFill>
                  <a:srgbClr val="EF4444"/>
                </a:solidFill>
              </a:rPr>
              <a:t> → Cold boot, RAM scraping</a:t>
            </a:r>
            <a:r>
              <a:rPr lang="en-US" sz="1050" dirty="0">
                <a:solidFill>
                  <a:srgbClr val="22C55E"/>
                </a:solidFill>
              </a:rPr>
              <a:t> | Disk encryption, secure boot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Storage</a:t>
            </a:r>
            <a:r>
              <a:rPr lang="en-US" sz="1050" dirty="0">
                <a:solidFill>
                  <a:srgbClr val="EF4444"/>
                </a:solidFill>
              </a:rPr>
              <a:t> → Malware persistence</a:t>
            </a:r>
            <a:r>
              <a:rPr lang="en-US" sz="1050" dirty="0">
                <a:solidFill>
                  <a:srgbClr val="22C55E"/>
                </a:solidFill>
              </a:rPr>
              <a:t> | Antivirus, encryption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BIOS</a:t>
            </a:r>
            <a:r>
              <a:rPr lang="en-US" sz="1050" dirty="0">
                <a:solidFill>
                  <a:srgbClr val="EF4444"/>
                </a:solidFill>
              </a:rPr>
              <a:t> → Bootkits</a:t>
            </a:r>
            <a:r>
              <a:rPr lang="en-US" sz="1050" dirty="0">
                <a:solidFill>
                  <a:srgbClr val="22C55E"/>
                </a:solidFill>
              </a:rPr>
              <a:t>      | Secure Boot, BIOS password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NIC</a:t>
            </a:r>
            <a:r>
              <a:rPr lang="en-US" sz="1050" dirty="0">
                <a:solidFill>
                  <a:srgbClr val="EF4444"/>
                </a:solidFill>
              </a:rPr>
              <a:t>   → MAC spoofing, sniffing</a:t>
            </a:r>
            <a:r>
              <a:rPr lang="en-US" sz="1050" dirty="0">
                <a:solidFill>
                  <a:srgbClr val="22C55E"/>
                </a:solidFill>
              </a:rPr>
              <a:t>   | Network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24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— ATTACK vs DEFENSE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Kernel/User Mode</a:t>
            </a:r>
            <a:r>
              <a:rPr lang="en-US" sz="2800" dirty="0">
                <a:solidFill>
                  <a:srgbClr val="EF4444"/>
                </a:solidFill>
              </a:rPr>
              <a:t> → Privilege escalation</a:t>
            </a:r>
            <a:r>
              <a:rPr lang="en-US" sz="2800" dirty="0">
                <a:solidFill>
                  <a:srgbClr val="22C55E"/>
                </a:solidFill>
              </a:rPr>
              <a:t> | Patch updates, least privilege</a:t>
            </a:r>
            <a:endParaRPr lang="en-US" sz="28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Processes</a:t>
            </a:r>
            <a:r>
              <a:rPr lang="en-US" sz="1100" dirty="0">
                <a:solidFill>
                  <a:srgbClr val="EF4444"/>
                </a:solidFill>
              </a:rPr>
              <a:t>        → Injection, hollowing</a:t>
            </a:r>
            <a:r>
              <a:rPr lang="en-US" sz="1100" dirty="0">
                <a:solidFill>
                  <a:srgbClr val="22C55E"/>
                </a:solidFill>
              </a:rPr>
              <a:t>       | Monitor with Task Manager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Permissions</a:t>
            </a:r>
            <a:r>
              <a:rPr lang="en-US" sz="1100" dirty="0">
                <a:solidFill>
                  <a:srgbClr val="EF4444"/>
                </a:solidFill>
              </a:rPr>
              <a:t>       → Weak configs</a:t>
            </a:r>
            <a:r>
              <a:rPr lang="en-US" sz="1100" dirty="0">
                <a:solidFill>
                  <a:srgbClr val="22C55E"/>
                </a:solidFill>
              </a:rPr>
              <a:t>        | Least privilege principle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Services</a:t>
            </a:r>
            <a:r>
              <a:rPr lang="en-US" sz="1100" dirty="0">
                <a:solidFill>
                  <a:srgbClr val="EF4444"/>
                </a:solidFill>
              </a:rPr>
              <a:t>            → Exploitation</a:t>
            </a:r>
            <a:r>
              <a:rPr lang="en-US" sz="1100" dirty="0">
                <a:solidFill>
                  <a:srgbClr val="22C55E"/>
                </a:solidFill>
              </a:rPr>
              <a:t>          | Disable unnecessary services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Memory</a:t>
            </a:r>
            <a:r>
              <a:rPr lang="en-US" sz="1100" dirty="0">
                <a:solidFill>
                  <a:srgbClr val="EF4444"/>
                </a:solidFill>
              </a:rPr>
              <a:t>             → Buffer overflow</a:t>
            </a:r>
            <a:r>
              <a:rPr lang="en-US" sz="1100" dirty="0">
                <a:solidFill>
                  <a:srgbClr val="22C55E"/>
                </a:solidFill>
              </a:rPr>
              <a:t>           | ASLR, DEP, canaries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own the OS,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machine.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= what attackers exploit or protect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= the gatekeeper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Mode = the ultimate target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1303</Words>
  <Application>Microsoft Office PowerPoint</Application>
  <PresentationFormat>On-screen Show (16:9)</PresentationFormat>
  <Paragraphs>304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Hardware &amp; Operating System Fundamentals</dc:title>
  <dc:subject>PptxGenJS Presentation</dc:subject>
  <dc:creator>Cybersecurity Academy</dc:creator>
  <cp:lastModifiedBy>Pittala Bhaskar</cp:lastModifiedBy>
  <cp:revision>2</cp:revision>
  <dcterms:created xsi:type="dcterms:W3CDTF">2026-08-17T10:54:32Z</dcterms:created>
  <dcterms:modified xsi:type="dcterms:W3CDTF">2026-08-17T11:15:30Z</dcterms:modified>
</cp:coreProperties>
</file>