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Timing: Transport ~30min, Internet ~25min, NetAccess ~20min, capstone+drill ~9min
- Swap "(live-capture screenshot slot)" blocks with real screenshots before class if available
- Drill slide: run it as rapid-fire quiz, students shout Segment/Packet/Frame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Dive -- Transport, Internet &amp; Network Access</dc:title>
  <dc:subject>PptxGenJS Presentation</dc:subject>
  <dc:creator>Created by Marp</dc:creator>
  <cp:lastModifiedBy>Created by Marp</cp:lastModifiedBy>
  <cp:revision>1</cp:revision>
  <dcterms:created xsi:type="dcterms:W3CDTF">2026-08-21T10:05:12Z</dcterms:created>
  <dcterms:modified xsi:type="dcterms:W3CDTF">2026-08-21T10:05:12Z</dcterms:modified>
</cp:coreProperties>
</file>