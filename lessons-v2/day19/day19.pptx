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SHEET (~85 min). Two DOs: log analysis, then a tabletop.
00:00 Journey check + hook (the attack chain, in the logs)     4
00:04 Prevention fails — so what's the job                     4
00:08 Logs are ground truth                                    7
00:15 SIEM — the concept                                       5
00:20 IOCs vs TTPs (the Pyramid of Pain)                       6
00:26 Windows / AD event IDs a SOC watches                     4
00:30 The IR lifecycle                                         6
00:36 DO: analyse the log set -&gt; IOCs + timeline              22
00:58 Containment done right (the trap)                        5
01:03 DO: 15-min ransomware tabletop                          15
01:18 Wrap + artifact + homework                               4
CUT FIRST IF SHORT: the AD event-IDs slide to 2 min; the tabletop to 10 min.
NEVER CUT: logs-as-ground-truth, IOC vs TTP, the IR lifecycle, the log-analysis DO,
"contain != pull the plug".
ANALOGY (kitchen): the SOC = the security office watching the camera feeds and the door logs.
Detection = noticing the back door opened at 3am. IR = the practiced response: confirm it's
real, lock the affected room (not the whole building), find the way in and close it, check
nothing's left behind, restock, debrief. "Pull the plug" = torching the building - you lose
the footage and tip off the intruder.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Journey Check. This is the defensive payoff of the entire course. Every attack you learned
shows up here as something to detect.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attackers aren't invisible - they're just usually unwatched. The Blue team's job
is to watch the right things and know what "wrong"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"we got breached" from "we failed" to "prevention did its job for the 99, this
is the 1, now execute the plan". That mindset shift is half of being good at Blue.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failure in real incidents: "we don't have logs for that time period / that
system / that action". Logging + retention is a Prepare-phase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bought a SIEM" != "we have detection". A SIEM with no tuned rules is expensive storage.
The value is the analyst + the rules + the tuning.
Detection-as-code: Sigma is a vendor-neutral rule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Bianco's Pyramid of Pain. Blocking a hash stops today's sample; detecting "process X
spawned a shell" stops the whole technique. Mature SOCs move UP the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ones on a SOC dashboard. You don't memorise them - you know "there IS an event
for logons, for new services, for process creation" and you look them up.
CUT to 2 min: "Windows logs a numbered event for every security-relevant action; 4625 failed
logon and 4688 process creation are the two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SP 800-61 / SANS PICERL. It's a LOOP. "Prepare" is where you win or lose - the incident
is not the time to figure out who has authority to disconnect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min. Work in pairs. The bundle contains: SSH brute force -&gt; a successful login as a service
account -&gt; wget of a webshell -&gt; a cron persistence entry -&gt; an internal port scan -&gt; a large
exfil to an external IP. `grep` + a text editor is all they need.
Answer key + the full timeline in teacher-notes.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"Isolate, don't obliterate." Ransomware actively encrypting is the one case where fast
shutdown may be right - and even then, isolate first if you can. Chain of custody matters if
it goes to court or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right answers - practice the calm and the sequence. Push for: declare an incident, convene
the team, isolate affected segments, check backup integrity (offline copies?), engage legal +
comms + (maybe) law enforcement + insurer, DON'T pay reflexively, DON'T talk to the press
without comms. This is Prepare paying off - or not.
CUT to 10 min if behind - do the first 3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Every attack has a tell. The Blue team's craft is knowing the tells
and building the detections. Point back across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start of Day 20 (careers +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 lines. Tomorrow: the last day. Which of these lit you up - the Red days or the
Blue day? Careers, specialisations, the cert ladder, and the capstone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19 — Blue Team: Detection &amp; Incident Response</dc:title>
  <dc:subject>PptxGenJS Presentation</dc:subject>
  <dc:creator>Created by Marp</dc:creator>
  <cp:lastModifiedBy>Created by Marp</cp:lastModifiedBy>
  <cp:revision>1</cp:revision>
  <dcterms:created xsi:type="dcterms:W3CDTF">2026-09-06T17:30:07Z</dcterms:created>
  <dcterms:modified xsi:type="dcterms:W3CDTF">2026-09-06T17:30:07Z</dcterms:modified>
</cp:coreProperties>
</file>