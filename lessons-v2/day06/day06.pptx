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Hands-on INTERLEAVED — this is a skills day, keep them typing.
00:00 Journey check + hook (fast tour of a shell)              4
00:04 Why Linux                                                4
00:08 What a file actually is                                  5
00:13 The filesystem tree + paths                              7
00:20 DO: pwd / ls / cd — get oriented                         6
00:26 The shell — what it actually is                          6
00:32 Reading files: cat / less / head / tail / wc             7
00:39 DO: read real files                                      6
00:45 Finding things: find and grep                            8
00:53 DO: find + grep                                          6
00:59 Pipes &amp; redirection — the superpower                     9
01:08 DO: build a one-liner                                    6
01:14 Attack &lt;-&gt; defence                                       5
01:19 Wrap + cheat-sheet + homework                            5
CUT FIRST IF SHORT: head/tail detail; the redirection ( &gt; &gt;&gt; ) half of the pipes slide.
NEVER CUT: paths (absolute/relative, . .. ~), pwd/ls/cd, grep, pipes, the cheat-sheet artifact.
ANALOGY (kitchen — we're back inside one computer): the filesystem = the whole building's
storage as one tree from the front door `/`. The shell = the order pad you write instructions on.
PREREQ: every student must be at a Linux shell — WSL / a provided VM / the class Linux box.
This was set up as Day 5 homework; fix stragglers in the first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Journey Check. Callback to Day 2: "the OS as referee" — this week we go and meet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 few commands live, fast, no explanation. Just show it's not mystical — it's a program
waiting for you to tell it what to do. Reassure: "by Friday this feels normal."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Linux-vs-Windows fight (Windows is Day 8). Just: this is where the industry lives, so
this is where we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"files" concept deferred from Day 2. Keep it short.
The "everything is a file" idea matters later: reading /dev/... , /proc/... is how you inspect
a running system. Don't go deep now — just plant it.
Windows contrast (one line): Windows leans on extensions (.exe, .docx) to decide what a file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the whole building's storage as one tree from the front door. /etc = the binder room
(all config, as plain text — a recurring theme). /var/log = the logbook shelf.
Draw the tree on the board and leave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Walk the room. Everyone should be able to say where they are and get home from anywhere.
Common confusion: `cd` with no argument goes home; hidden files start with `.`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Demystify: the shell (bash / zsh) is just another program (Day 2: a process with a PID). The
"magic words" are executable files in /bin, /usr/bin. `which` proves it.
Teach `man` / `--help` now — per the course standard, we don't memorise flags, we look them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`less` is the one to push — safe for huge files, searchable. `cat` a 2 GB log = bad day.
`tail -f /var/log/...` (follow) is a preview of Day 19 (watching logs live).
CUT head/tail detail first if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/etc/services is a nice callback to Day 3 ports. /etc/passwd format preview for Day 7.
Nobody breaks anything — all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distinction students blur. `find` walks the tree matching metadata; `grep` reads
contents matching a pattern. Both are everyday tools for the rest of the course.
`grep -r` and `-i` are the two flags worth knowing.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If /etc/ssh/sshd_config doesn't exist (no ssh server installed), use
/etc/ssh/ssh_config or any file in /etc. The point is the tool, not the specific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 of Unix: many tiny sharp tools + a pipe. Each program does one thing; you compose.
This is also how attackers and defenders both work — chains of small commands.
CUT the &gt; &gt;&gt; half first if short — the pipe is the must-teach.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Let them try their own combos. `cut -d: -f1` = "split on colon, take field 1" — nice
to introduce here, used again Day 7 and Day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an attacker does after getting a shell starts with exactly today's commands —
ls, cat, grep, find — to understand where they landed. That's why we learn them first.
Forward-ref Day 7 (permissions) and Day 13 (post-shell enumeration).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7. Checklist grading in the week-2 student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the permission bits on every one of those files — who may read,
write, and run them. The "who can do what" at the centre of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— Linux I: Files, the Tree, and the Shell</dc:title>
  <dc:subject>PptxGenJS Presentation</dc:subject>
  <dc:creator>Created by Marp</dc:creator>
  <cp:lastModifiedBy>Created by Marp</cp:lastModifiedBy>
  <cp:revision>1</cp:revision>
  <dcterms:created xsi:type="dcterms:W3CDTF">2026-09-06T13:34:36Z</dcterms:created>
  <dcterms:modified xsi:type="dcterms:W3CDTF">2026-09-06T13:34:36Z</dcterms:modified>
</cp:coreProperties>
</file>