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SHEET (~85 min). This is a BUILD day — hands-on is most of it.
00:00 Journey check + hook (sweep.sh running)                 4
00:04 Why script + the 5 building blocks                      7
00:11 Bash: your first script                                 8
00:19 DO: write a 5-line Bash script                          7
00:26 Bash: the ping sweep, line by line                      7
00:33 DO: run + adapt sweep.sh                                8
00:41 Python: the same 5 blocks                               9
00:50 DO: build scanner.py (socket port check)               11
01:01 Bash vs Python — when to use which                      4
01:05 Reading code you didn't write (the LLM trap)            6
01:11 Attack &lt;-&gt; defence                                      5
01:16 Wrap + artifact + homework                              4
CUT FIRST IF SHORT: the "first Bash script" DO (demo it instead); the bash-vs-python slide.
NEVER CUT: the 5 building blocks, building scanner.py, the "read the code" exercise, the artifact.
ANALOGY (kitchen): a script = a recipe card the kitchen follows without you standing there.
Bash = quick notes to the line cooks. Python = a proper recipe with measurements and "if" logic.
ETHICS: the scanner targets ONLY localhost / your own lab subnet / the class lab. No scope, no scan.
PREREQ: Python 3 installed (set up as Day 8 homework); Linux shell from Day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Journey Check. Frame: today is a skill multiplier. Everything slow you did this week becomes
one command you keep.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provided sweep.sh against the class lab subnet. Don't explain it yet — that's 3 slides away.
"By the end of class this file is yours and you understand every line."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whole lesson's frame. Bash and Python are just two spellings of these 5 ideas.
Don't teach "a language" — teach the 5 blocks,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Gotchas to say out loud: NO spaces around `=`. `$var` to read, `var=` to set. `[ ... ]` needs
spaces inside. `$(...)` is the modern command substitution.
Exit codes: every command returns one; 0 = ok, non-zero = failed. Scripts chain on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min. `-f` = "is a regular file". Everyone should get this running. Common errors: forgot
chmod +x; forgot ./ ; CRLF line endings on Windows (dos2unix / save as LF).
CUT this DO first if short — demo it on the projector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hook script. Walk every token. The `&amp;&amp;` chaining on exit codes is the key idea.
Note it's serial (slow-ish); a `&amp;` after the ping backgrounds each = parallel = fast — mention,
optional.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min. ETHICS, say it: only scan your own machine or the class lab. Scanning networks you
don't own is exactly the "no scope, no test" line from Day 1.
The "count" tweak: add `up=0` before the loop, `up=$((up+1))` on success, `echo "$up hosts up"` after.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big Python gotcha: INDENTATION defines blocks (no braces, no `end`). 4 spaces. Mixing
tabs/spaces = error.
`f"...{x}..."` = f-string (formatting). `==` compares, `=` assigns.
Don't teach classes/decorators/anything else. These 5 blocks + import.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min — the centrepiece. Build it up live: first the function, then the loop.
socket.connect raises OSError if refused/filtered/timeout -&gt; that's our "closed".
Run against 127.0.0.1 (safe). Then the class lab host. NOT anything else.
This file is the Week 3 scanner — they extend it Day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CUT FIRST IF SHORT. The rule of thumb is the keeper.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min. This is the Day 9 trap. Generated code that "works" can still: hit the wrong host,
have an off-by-one, swallow errors, or do something extra. The skill we're building is
READING, not memorising syntax.
ai_snippet.py: a plausible port scanner with a bug (e.g. range(1,1024) but never closes
sockets / wrong variable / scans a hardcoded external IP). Find it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 the course's spine: every offensive capability has a defensive mirror. Scripting is
the clearest example — a SOC analyst and a pentester write very similar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Due start of Day 10. Only test against localhost / the class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three lines. Tomorrow: security thinking — CIA revisited, threats/vulns/risk, threat
actors, attack surface — the vocabulary that turns "I can use Linux" into "I can reason about
what an attacker would do."  + Week 2 assignment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9 — Scripting for Security</dc:title>
  <dc:subject>PptxGenJS Presentation</dc:subject>
  <dc:creator>Created by Marp</dc:creator>
  <cp:lastModifiedBy>Created by Marp</cp:lastModifiedBy>
  <cp:revision>1</cp:revision>
  <dcterms:created xsi:type="dcterms:W3CDTF">2026-09-06T14:04:34Z</dcterms:created>
  <dcterms:modified xsi:type="dcterms:W3CDTF">2026-09-06T14:04:34Z</dcterms:modified>
</cp:coreProperties>
</file>