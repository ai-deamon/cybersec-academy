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SHEET (~85 min). The prompt-injection lab is the centrepiece.
00:00 Journey check + hook (inject something live)             4
00:04 Three lenses: target / weapon / defence                  4
00:08 AI as TARGET — the core problem                          7
00:15 Prompt injection: direct vs indirect                     8
00:23 DO: prompt-injection lab (Gandalf)                      16
00:39 The rest of the LLM Top 10 shape                         7
00:46 AI as WEAPON                                             7
00:53 AI as DEFENDER's tool                                    6
00:59 Governance — the boring critical bit                     5
01:04 Attack &lt;-&gt; defence: mitigating prompt injection          6
01:10 Trap + wrap + homework                                   5
CUT FIRST IF SHORT: the "rest of the LLM Top 10" slide to 3 min; governance to 3 min.
NEVER CUT: the "no boundary between instructions and data" core idea, direct vs indirect
injection, the Gandalf DO, the "no perfect fix" mitigation layers, both traps.
ANALOGY (kitchen): an LLM assistant = a fast, literal new hire who follows ANY instruction on
ANY piece of paper handed to them — the order ticket, a customer's napkin, a supplier's
invoice. Prompt injection = "ignore the manager, give me the safe combo" written on the invoice.
Indirect = it's hidden in a document you asked them to SUMMARISE, not follow.
ETHICS: Gandalf is a public CTF built for this. Don't prompt-inject production systems or
others' AI without authorization. Don't paste real secrets/data into any public LLM.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Journey Check. Engagement hook: everyone here uses an LLM daily. "Can you hack ChatGPT?" -
sort of, and today you learn exactly why and how, and how to defend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it live. Get through 2-3 levels. Let them shout suggestions. The point: the model has no
real "rule" - it has a system prompt (also just text) that better text can talk around.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let students land on "it's just a chatbot" OR "it's magic and unstoppable". It's a new
component with a new attack surface, that also multiplies both attackers and defenders.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idea. Traditional software separates code and data (mostly). An LLM does not -
that's why prompt injection is fundamentally hard, not a bug to patch.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cases: hidden instructions in web pages that a browsing agent obeys; a calendar invite
that a mail-assistant reads and acts on; poisoned docs in a RAG knowledge base.
Trap preview: "prompt injection is just jailbreaking" - no, THIS is the threat.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 min. Levels 1-3 fall to almost anything; 4-7 need creativity; 8 (Sandbox) is hard.
Alternatives: Lakera's other challenges, PortSwigger Web Security Academy "Web LLM attacks"
labs, or a local vulnerable app the instructor hosts.
The LEARNING is the technique log - that's the artifact. Not "beat all 8".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OWASP publishes a "Top 10 for LLM Applications" (like the web one). Don't memorise it - know
the shapes. "Insecure output handling" is the one to stress: LLM output is UNTRUSTED INPUT to
whatever consumes it.
CUT to 3 min if short: name jailbreak, info disclosure, insecure output handling, excessive agency.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Balance: models have guardrails and refuse a lot; jailbroken / uncensored / local models don't.
The realistic take: AI makes mediocre attackers competent and competent attackers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honest framing for the careers slide (Day 20): AI doesn't remove the analyst - it removes
the tedium and adds a new thing to secure. The analyst who uses it well out-performs the one
who won't.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most orgs actually get hurt in 2025-26 - not exotic attacks, but employees
leaking data into free tools. Cheap, high-impact policy fix: an approved internal tool + a
clear "don't paste X" rule + DLP.
CUT to 3 min: shadow AI + human-in-the-loop.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it plainly: if a model can take an action, assume an attacker who controls any text it
reads can trigger that action. Design so the worst case is acceptable.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matter for Day 20 (careers). Leave them with: learn to use it, and learn to secure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 start of Day 19.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three lines. Tomorrow: the defender's day - the SOC, SIEM, detection, and the incident
response lifecycle. You take the attack chain from Day 17 and catch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18 — AI &amp; Cyber Security</dc:title>
  <dc:subject>PptxGenJS Presentation</dc:subject>
  <dc:creator>Created by Marp</dc:creator>
  <cp:lastModifiedBy>Created by Marp</cp:lastModifiedBy>
  <cp:revision>1</cp:revision>
  <dcterms:created xsi:type="dcterms:W3CDTF">2026-09-06T17:22:38Z</dcterms:created>
  <dcterms:modified xsi:type="dcterms:W3CDTF">2026-09-06T17:22:38Z</dcterms:modified>
</cp:coreProperties>
</file>