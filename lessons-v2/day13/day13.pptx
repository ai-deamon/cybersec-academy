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Wireshark gets installed today.
00:00 Journey check + hook (what's public about a domain)      4
00:04 Passive vs active                                        4
00:08 Passive recon — OSINT sources                           10
00:18 DO: passive recon on a permitted domain                  8
00:26 Active scanning — the idea                               5
00:31 Nmap — the one tool worth learning well                 12
00:43 DO: nmap the lab + watch it in Wireshark               18
01:01 From scan output to an asset list                        6
01:07 Attack &lt;-&gt; defence                                       6
01:13 Wrap + artifact + homework                               4
CUT FIRST IF SHORT: OS detection / timing detail on the Nmap slide; the "from output to asset
list" slide to a 2-min demo.
NEVER CUT: passive-before-active, the OSINT sources, nmap -sV -sC + reading output, the
Wireshark watch, the service inventory artifact.
ANALOGY (kitchen / health inspector): recon = walk the outside first — read the sign, check
public records, look in the windows, note the delivery schedule — before touching anything.
Scanning = walk up and try every door handle (and the neighbours hear you rattling them).
ETHICS: passive recon only on the instructor-permitted domain. Active scans only on &lt;LAB_HOST&gt;
(in the ROE) or scanme.nmap.org (the Nmap project explicitly allows scanning it). If you built
your own lab (Day 11), &lt;LAB_HOST&gt; = your Metasploitable2 at 10.89.1.10 — see the Lab tool map
in teacher-notes.md for which target/tool goes with which technique across Days 13-19.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Check. The service inventory you build today is the input to Days 14-16.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`dig &lt;domain&gt; ANY` used to dump everything but most resolvers now refuse it (RFC 8482) — ask
for the record types you want. TXT = SPF (sending IPs) + verification records; NS/MX = the DNS
and mail providers.
crt.sh (Certificate Transparency logs) is the single most useful passive source — it leaks
hostnames like dev.example.com, vpn.example.com, jira.internal.example.com that the org never
advertised. Do this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Passive keeps you invisible and (for public data) generally legal to gather. Active is where
scope and authorization matter — you're now touching someone's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mindset: an attacker builds a picture of the org — its people, its tech, its exposure —
before sending a single packet. Job ads are goldmines for the tech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Use a domain you control or one that's clearly OK (the college's public site, or
example.com). This is passive - it does not need to be in the pentest scope, but keep it
sane and don't enumerate people aggressively.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detection (step 3) is the pivot to Day 14: "Apache 2.4.49" -&gt; look up its CVEs.
Enumeration (step 4) is service-specific and continues all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`-sV -sC -oA` is the everyday combo. `-sS` (SYN) is the default when run as root; `-sT`
(full connect) otherwise. Don't drill every flag - `-sV`, `-sC`, `-p`, `-oA`, `-T` cover 95%.
`-O` (OS detection) and NSE categories are a "look it up" (Day 6 lesson: --help / man).
CUT the OS/timing detail first if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min. This is THE blue-team bridge - "here is what a scan looks like from the defender's
chair". A default scan is hundreds of packets in seconds; utterly obvious in a capture or an IDS.
No lab? scanme.nmap.org is explicitly OK to scan (be gentle - one scan).
Wireshark install: the "should non-root capture?" prompt -&gt; Yes, add your user to `wireshark`
group, log out/in (or use sudo for today).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skill: not "run nmap" but "turn 200 lines of output into a prioritised list of things to
investigate". Old version numbers and unusual services rise to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Day 13 traps, addressed: (1) "harmless" - unauthorized scanning has been prosecuted;
stay in scope. (2) "undetectable" - it is one of the loudest things you can do. A pentester
scans openly *because they're authorised*; an attacker who wants stealth pays a big speed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take the versions from your inventory and turn them into a
ranked list of real weaknesses - vulnerability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13 — Recon &amp; Scanning</dc:title>
  <dc:subject>PptxGenJS Presentation</dc:subject>
  <dc:creator>Created by Marp</dc:creator>
  <cp:lastModifiedBy>Created by Marp</cp:lastModifiedBy>
  <cp:revision>1</cp:revision>
  <dcterms:created xsi:type="dcterms:W3CDTF">2026-09-26T08:50:35Z</dcterms:created>
  <dcterms:modified xsi:type="dcterms:W3CDTF">2026-09-26T08:50:35Z</dcterms:modified>
</cp:coreProperties>
</file>