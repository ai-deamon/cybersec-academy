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(~85 min). Hands-on: phishing dissection, HIBP, a connection-log analysis.
00:00 Journey check + hook (spot the phish)                    4
00:04 The short list — how attackers get in                    5
00:09 Social engineering &amp; phishing (#1)                       9
00:18 DO: dissect a phishing email                             8
00:26 Credential attacks                                       7
00:33 DO: check yourself on HIBP                                4
00:37 Malware families — by behaviour, not "virus"            10
00:47 DO: spot the C2 beacon in a connection log               8
00:55 MITM, DoS/DDoS, supply chain                             6
01:01 Attack &lt;-&gt; defence: the 6 ways in (the artifact)         6
01:07 "We'd notice" — dwell time                               4
01:11 Wrap + homework                                          4
CUT FIRST IF SHORT: MITM/DoS/supply-chain slide to 3 min (mostly callbacks); the HIBP DO.
NEVER CUT: the short list, phishing anatomy + the dissection DO, the malware behaviour taxonomy,
the 6-ways-in table, dwell time.
ANALOGY (kitchen): the ways a thief gets into the restaurant — talks past the host (phishing),
uses a copied key (stolen creds), the back door nobody fixed (unpatched), a window left open
(misconfig), a poisoned delivery (supply chain), jamming the phone lines (DoS). Malware = what
they bring in or leave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Journey Check. Week 3 opens. Frame: "movie hacking" is rare. Real breaches are boring and
repeatable — that's good news, because boring and repeatable can be defended.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misspelled "suppport"; lookalike domain (yourc0mpany, .review TLD); manufactured
urgency + fear; the link text vs where it goes; generic "Dear User". Take shouts,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model for the whole week. When you assess a system (Days 12-15) or defend
one (Week 4), you're mostly working this list. Everything today is a variety of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Phishing works on everyone — it's not about intelligence, it's about catching someone busy,
stressed, or distracted. BEC has no malware at all — pure social engineering — and causes
enormous financial losses.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MFA is the single highest-value control here — it breaks step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a header: `Received:` chain shows the real path; `Authentication-Results:` shows
spf=pass/fail, dkim=pass/fail, dmarc=pass/fail. The Day-11 phish dissection asset asks about
exactly these fields. Most SOC L1 work is triaging reported phish — this is the check they run.
CUT to the one-line summary if behind: "SPF/DKIM/DMARC stop domain spoofing, not lookalikes or
a hacked account."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The sample is a defanged real-style phish with full headers. Walk the Received chain —
it originated somewhere unrelated to the claimed sender. Reply-To often differs from From in
BEC. This is exactly what a SOC analyst does on an alert (Day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Credential stuffing is why "but my password is strong" doesn't save you — if you reused it and
the other site leaked, attackers just log in. MFA is the fix that actually scales.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HIBP is Troy Hunt's breach-aggregation service — safe, reputable, no password entry.
Most students will have 2-10 hits. Make the action concrete: the reused ones are the danger.
CUT this DO first if short — but it lands hard, try to keep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Day 11 TRAP: "malware = virus". Virus is one small category. Modern crime is ransomware +
infostealers + RATs. Separate DELIVERY (phishing/exploit/supply chain) from PAYLOAD (this
table) — a phish can deliver any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The log has: normal web traffic + one host contacted every ~60s (the C2 beacon) + one
big download (the payload) + one big upload to an odd host (exfil).
On Day 13 you'll see this live in Wireshark. Today: the pattern. This is the bridge to Blue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Mostly callbacks — keep it brisk. Supply chain is the scariest because the malicious code
arrives *signed and trusted*. CUT to 3 min if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the artifact. Students copy it, in their own words, to day11/ways-in.md.
Every Week-4 defence day maps back to a row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Day 11 trap. The shape is what matters, not a number: attackers can be inside a
long time unnoticed, and orgs frequently learn from a third party. Reporting has improved
year on year — say "varies, often longer than you'd think", not a hard stat.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start of Day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Tomorrow: we turn "here are the attacks" into "here is the repeatable
process an attacker (and a pentester) follows" — the lifecycle — and we stand up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11 — Attacks &amp; Malware: How They Actually Get In</dc:title>
  <dc:subject>PptxGenJS Presentation</dc:subject>
  <dc:creator>Created by Marp</dc:creator>
  <cp:lastModifiedBy>Created by Marp</cp:lastModifiedBy>
  <cp:revision>1</cp:revision>
  <dcterms:created xsi:type="dcterms:W3CDTF">2026-09-07T10:44:54Z</dcterms:created>
  <dcterms:modified xsi:type="dcterms:W3CDTF">2026-09-07T10:44:54Z</dcterms:modified>
</cp:coreProperties>
</file>