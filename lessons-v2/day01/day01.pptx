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 planned, ~5 min slack):
00:00 Trailer (play the recording) + journey framing   5
00:05 What security actually is                          5
00:10 What "hacking" is                                  3
00:13 Where this leads (the field, the jobs)             3
00:16 History: origins, phreaking, the word split        8
00:24 Hat colours                                        4
00:28 Three events, as stories                           7
00:35 The CIA triad + drill                             13
00:48 Ethics &amp; the law                                  15
01:03 Pair activity                                     12
01:15 How this course works (structure only)             6
01:21 Wrap + homework                                    4
CUT FIRST IF SHORT: phreaking detail; drill 3 -&gt; 2 headlines; the "rhythm" slide.
NEVER CUT: the authorization line, IT Act §43 vs §66, the 3-line recap.
NOTE: the course repo is set up as HOMEWORK, not in class. In class we only show the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TRAILER. On Day 1, DEFAULT TO THE RECORDING (assets/trailer-demo.mp4, 60s) — first impression,
don't gamble on a live capture. Only run it live if you've done the pre-flight and you're
confident (runbook in teacher-notes.md).
Narrate over it: instructor logs into a plain-HTTP page; a second terminal (tcpdump) shows the
username + password in cleartext.
SAY: "I never touched their computer. I watched the wire. That's the whole field in one move.
In 20 days you do this yourself — and you'll know exactly why HTTPS makes it stop working."
Do NOT explain how. That's Day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asymmetry on the board: a house with 10 doors. Defender guards all 10. Attacker tries all 10, needs 1.
This sentence must land: "security is a property of a system UNDER ATTACK — not a feature you add."
Analogy we will reuse all course: a building with doors, locks, guards, cameras, logs.
Misconception to kill now: "we'll just buy a security product and be done." No — it's a continuous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room: you do not need to be a prodigy. You need to be the person who reads the manual,
takes the thing apart, and asks "what happens if I do the unexpected thing?"
The word "hacking" in this room = the skill. Whether it's a crime depends on AUTHORIZATION — later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Purpose: the room is full of students who signed up to "hack" — tell them there's
a job at the end and the course is built to get them to a real next step.
Don't sell hard. Just plant: "by Day 20 you'll know which of these lights you up."
Full careers treatment is Day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Names to get right: Tech Model Railroad Club (TMRC), MIT AI Lab.
The culture: sharing code, staying up all night, elegance for its own sake.
Steven Levy's book "Hackers" (1984) codified the "hacker ethic": information wants to be free,
mistrust authority, judge people by their skill, you can make art and beauty on a computer.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Point: the mindset predates computers. Same instinct — "the system has undocumented behaviour, let's find it."
2600 Hz later became the name of the famous hacker magazine.
CUT THIS SLIDE FIRST if running long — the Woz/Jobs detail is a nice hook but not load-bearing.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"Cracker" also means someone who breaks software copy-protection ("cracks").
You will hear both words. When someone says "hacker" ask yourself: do they mean the skill, or the crime?
This slide is the bridge into the hat colours and then the 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HAMMER the grey-hat line. Students will be tempted to "just test" the college portal or a friend's site.
"Not malicious" is not a legal defence under the IT Act (next slides).
White hat = pentester with a contract, bug-bounty participant within program rules, your own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these as three short stories, ~2 min each. Mitnick is the one to land — it IS the point
of today's ethics section.
If a student asks about nation-state / Stuxnet, one line: "governments now do this at
physical-damage scale — 2010, Iran's centrifuges." Don't put it on a slide.
WannaCry ties forward to Day 11 (ransomware) and Day 2 (patching / the same bug = crash or RCE).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vocabulary the whole course hangs on. Slow down. One slide per letter, each with a real example.
Write C - I - A vertically on the board and leave it there all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Confidentiality = secrecy. Encryption (Day 5) and access control (Day 7, Day 10) are how we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Integrity = trustworthiness of data. Hashing and signatures (Day 5) are the classic defence.
Note: ransomware breaks BOTH integrity (files changed) and availability (can't use them).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is the one beginners forget. "Secure" also means "up and working."
Backups, redundancy, DDoS protection (Day 17), incident response (Day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 = Confidentiality. 2 = Integrity. 3 = Availability.
Take hands. If short on time, do only #1 and #3.
Push for WHY: #2 isn't confidentiality even though data was accessed — the harm is the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of the day. Say it slowly. Repeat it.
"No damage + good intent" is exactly the grey-hat trap from earlier. It is not a defence.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 English: §43 = "you touched it without permission, now pay." §66 = "you did it dishonestly, now it's a crime."
You do not need to memorise numbers — you need to know: unauthorized access alone already has legal consequences.
Sources are in the student pack. Analogous laws elsewhere: US CFAA, UK Computer Misuse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VDP = Vulnerability Disclosure Program. Bug bounty rules define scope precisely — out-of-scope testing
can still get you banned or reported even within a "bounty" company.
We build the lab on Day 12. Until then, no live targets, period.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general — the lesson is the pattern, not naming/shaming a specific person.
There are multiple such cases (India and globally). The consistent lesson: get permission FIRST, in writing.
Responsible disclosure protects you only when you were allowed to look in the first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Cards in assets/breach-cards.pdf: Equifax 2017, a large UPI/Aadhaar-linked data exposure,
a college result-portal defacement, WannaCry 2017. Model answers in teacher-notes.md.
Walk the room. Nudge pairs who conflate "data was accessed" with "confidentiality only".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the whole arc so nobody feels lost in the "boring plumbing" of weeks 1-2.
Tell them explicitly: "the first two weeks feel less like 'hacking' — that's on purpose.
You cannot attack or defend a thing you don't understand." Callback to the "where this leads"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target repo structure on screen for ~90 seconds (README.md, day01/, day02/, ...).
Do NOT do account creation in class — it's tonight's homework (step-by-step in the student pack).
This repo is graded lightly all course and heavily at the capstone. It's also what they show employers.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weekend assignment R&amp;D part is where strong students stretch. Everyone submits one PDF before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at the start of Day 2. Checklist grading — see rubric in the week-1 student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three lines verbatim. This is the closing every day - three lines, then dismiss.
Tomorrow: what's actually inside a computer, and why a bug can become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What Is This, Where Did It Come From, and Where's the Line?</dc:title>
  <dc:subject>PptxGenJS Presentation</dc:subject>
  <dc:creator>Created by Marp</dc:creator>
  <cp:lastModifiedBy>Created by Marp</cp:lastModifiedBy>
  <cp:revision>1</cp:revision>
  <dcterms:created xsi:type="dcterms:W3CDTF">2026-09-06T12:53:58Z</dcterms:created>
  <dcterms:modified xsi:type="dcterms:W3CDTF">2026-09-06T12:53:58Z</dcterms:modified>
</cp:coreProperties>
</file>