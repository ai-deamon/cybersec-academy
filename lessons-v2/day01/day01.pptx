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SHEET (90 min):
00:00 Cold open / trailer demo
00:05 What security actually is
00:12 A short history of hackers &amp; crackers
00:20 The CIA triad
00:38 Ethics &amp; the law
00:58 Pair activity
01:10 How this course works
01:22 Wrap + homework
CUT FIRST IF SHORT: slide "Phreaking" detail, and drop the drill from 3 headlines to 2.
Never cut: the authorization line, §43 vs §66, the repo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TRAILER DEMO. Do it live if the pre-flight passed; otherwise play assets/trailer-demo.mp4.
Setup: instructor laptop on class network. Terminal 1: sudo tcpdump -i &lt;iface&gt; -A 'tcp port 80'
Terminal 2 / browser: log into http://&lt;target-server&gt;/login with a fake user "student / hunter2".
Switch to Terminal 1, scroll to the POST, point at the cleartext username + password.
SAY: "I never touched their computer. I watched the wire. That is the whole field in one move.
In 20 days you will do this yourself — and you'll know exactly why HTTPS makes it stop working."
Do NOT explain how yet. That's Day 4.
FALLBACK: assets/trailer-demo.mp4 (60s). Narrate over it the same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asymmetry on the board: a house with 10 doors. Defender guards all 10. Attacker tries all 10, needs 1.
This sentence must land: "security is a property of a system UNDER ATTACK — not a feature you add."
Analogy we will reuse all course: a building with doors, locks, guards, cameras, logs.
Misconception to kill now: "we'll just buy a security product and be done." No — it's a continuous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Reassure the room: you do not need to be a prodigy. You need to be the person who reads the manual,
takes the thing apart, and asks "what happens if I do the unexpected thing?"
The word "hacking" in this room = the skill. Whether it's a crime depends on AUTHORIZATION — next 40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Names to get right: Tech Model Railroad Club (TMRC), MIT AI Lab.
The culture: sharing code, staying up all night, elegance for its own sake.
Steven Levy's book "Hackers" (1984) codified the "hacker ethic": information wants to be free,
mistrust authority, judge people by their skill, you can make art and beauty on a computer.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Point: the mindset predates computers. Same instinct — "the system has undocumented behaviour, let's find it."
2600 Hz later became the name of the famous hacker magazine.
CUT THIS SLIDE FIRST if running long — the Woz/Jobs detail is a nice hook but not load-bearing.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"Cracker" also means someone who breaks software copy-protection ("cracks").
You will hear both words. When someone says "hacker" ask yourself: do they mean the skill, or the crime?
This slide is the bridge into the hat colours and then the law.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HAMMER the grey-hat line. Students will be tempted to "just test" the college portal or a friend's site.
"Not malicious" is not a legal defence under the IT Act (next slides).
White hat = pentester with a contract, bug-bounty participant within program rules, your own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Mitnick arc is the one to dwell on: the exact same skills, on the wrong side of authorization = prison;
on the right side = a career. That is the entire point of today.
Stuxnet: you don't need details, just "governments do this now, at physical-damage scale."
WannaCry: exploited a stolen NSA tool (EternalBlue); hit the UK NHS hard. Ties to Day 11 (ransomware).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vocabulary the whole course hangs on. Slow down. One slide per letter, each with a real example.
Write C - I - A vertically on the board and leave it there all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Confidentiality = secrecy. Encryption (Day 5) and access control (Day 7, Day 10) are how we defend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Integrity = trustworthiness of data. Hashing and signatures (Day 5) are the classic defence.
Note: ransomware breaks BOTH integrity (files changed) and availability (can't use them).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Availability is the one beginners forget. "Secure" also means "up and working."
Backups, redundancy, DDoS protection (Day 17), incident response (Day 19).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 = Confidentiality. 2 = Integrity. 3 = Availability.
Take hands. If short on time, do only #1 and #3.
Push for WHY: #2 isn't confidentiality even though data was accessed — the harm is the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important slide of the day. Say it slowly. Repeat it.
"No damage + good intent" is exactly the grey-hat trap from earlier. It is not a defence.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 English: §43 = "you touched it without permission, now pay." §66 = "you did it dishonestly, now it's a crime."
You do not need to memorise numbers — you need to know: unauthorized access alone already has legal consequences.
Sources are in the student pack. Analogous laws elsewhere: US CFAA, UK Computer Misuse 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VDP = Vulnerability Disclosure Program. Bug bounty rules define scope precisely — out-of-scope testing
can still get you banned or reported even within a "bounty" company.
We build the lab on Day 12. Until then, no live targets, period.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general — the lesson is the pattern, not naming/shaming a specific person.
There are multiple such cases (India and globally). The consistent lesson: get permission FIRST, in writing.
Responsible disclosure protects you only when you were allowed to look in the first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Cards in assets/breach-cards.pdf: Equifax 2017, a large UPI/Aadhaar-linked data exposure,
a college result-portal defacement, WannaCry 2017. Model answers in teacher-notes.md.
Walk the room. Nudge pairs who conflate "data was accessed" with "confidentiality only".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them the whole arc so nobody feels lost in the "boring plumbing" of weeks 1-2.
Tell them explicitly: "the first two weeks feel less like "hacking" — that's on purpose.
You cannot attack or defend a thing you don't understand."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repo live now (lab-guide steps in student pack). GitHub or GitLab account, one repo, a README.
This repo is graded lightly all course and heavily at the capstone. It's also what they show employers.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weekend assignment R&amp;D part is where strong students stretch. Everyone submits one PDF before Monday.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Due at the start of Day 2. Checklist grading — see rubric in the week-1 student pack.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these three lines verbatim. This is the closing every day - three lines, then dismiss.
Tomorrow: what's actually inside a computer, and why a bug can become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 — What Is This, Where Did It Come From, and Where's the Line?</dc:title>
  <dc:subject>PptxGenJS Presentation</dc:subject>
  <dc:creator>Created by Marp</dc:creator>
  <cp:lastModifiedBy>Created by Marp</cp:lastModifiedBy>
  <cp:revision>1</cp:revision>
  <dcterms:created xsi:type="dcterms:W3CDTF">2026-09-06T12:38:53Z</dcterms:created>
  <dcterms:modified xsi:type="dcterms:W3CDTF">2026-09-06T12:38:53Z</dcterms:modified>
</cp:coreProperties>
</file>