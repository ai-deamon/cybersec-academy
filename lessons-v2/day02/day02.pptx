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SHEET (~86 min planned):
00:00 Journey check + hook (htop on the projector)        5
00:05 The hardware that matters: CPU / RAM / disk        13
00:18 Program vs process                                 10
00:28 Source code -&gt; running process                      7
00:35 WHY A BUG BECOMES CONTROL (the peak — teach fresh) 12
00:47 The OS as referee + user/kernel + isolation        14
01:01 Hands-on: your own machine                         18
01:19 Wrap + homework                                     5
CUT FIRST IF SHORT: the "interpreted languages" sub-point; the "referee is a defence" slide
(fold into recap). Instructor-only crash demo can be dropped for the recording.
NEVER CUT: program vs process, the "bug becomes control" seed, the hands-on steps 1-3.
ONE ANALOGY all lesson: kitchen — chef=CPU, counter=RAM, pantry=disk, head chef on the pass=OS,
walk-in freezer=kernel mode. Do not introduce a second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Journey Check" — do this every day. Yesterday / Today / Tomorrow, one line each.
It stops students feeling lost in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Sort by memory. Point at how many entries there are.
The answer — processes, and the OS juggling them — is the whole lesson. Don't answer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more in a computer (GPU, network card, buses) but for security reasoning these three
are what you need. Keep it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is dumb and fast and obedient. That obedience is why "if I can change what instruction
comes next, I control the machine" (slide later).
The "next instruction" pointer is the instruction pointer / program counter. Name it lightly.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 TO KILL: "RAM and storage are the same thing." They are not.
"8 GB of RAM" is not "8 GB of files." Closing a laptop lid vs shutting down: RAM contents
are what you lose on shutdown.
Analogy we reuse: kitchen. CPU = chef. RAM = the counter you're actively working on.
Disk = the pantry. You fetch ingredients from the pantry to the counter to cook.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distinction of the day. Say it three ways.
A program does nothing. It's inert text on disk. It only "does" anything when the OS turns it
into a process. Killing a process doesn't delete the program. Deleting the program doesn't
stop a running process.
MISCONCEPTION: "I closed the window so the program stopped." Sometimes the process keeps
running in the background. Show one in Task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it:
1. You write source code — English-ish, for humans.
2. A COMPILER translates it into machine code — raw CPU instructions — and writes an
   executable file to disk (e.g. a .exe, or an ELF binary on Linux).
3. You run it: the OS reads that file, copies it into RAM, lays out its memory, points the
   CPU at the first instruction. Now it's a process.
Interpreted languages (Python, JavaScript): there's no compile-to-exe step you see — the
Python interpreter is itself a running process that reads your script line by line.
CUT the interpreted-languages point first if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peak of the lesson — teach it now, while the room is fresh, not at
the end. Budget ~12 minutes. Slow right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it: a row of boxes on the board. [ input box (20) ][ ...other stuff... ][ where-to-go-back ].
Scribble the input box overflowing rightward into "where-to-go-back".
We are NOT exploiting anything today. The takeaway is one sentence, say it twice:
"a crash bug and 'the attacker runs their code' are usually the SAME bug — that's why
memory-safety bugs are treated as critical."
This is a "buffer overflow". They'll hear the term; they don't need more than this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each. The point isn't the mechanism — it's that defence is layered and already built
in. Don't let a keen student pull you into ROP/bypasses;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 the kitchen: the OS is the head chef running the pass — deciding who cooks what, when,
and keeping each cook at their own station.
This referee role is why the OS is the layer attackers most want to control and defenders most
want to harden — Week 2 is all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Stay in the kitchen: line cooks (user mode) can't walk into the walk-in freezer / dry store
(kernel mode) — they call out an order to the person who can (a system call). One analogy all
lesson: chef=CPU, counter=RAM, pantry=disk, head chef on the pass=OS, freezer=kernel.
Why it matters: attacker code stuck in user mode is limited to what that user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the OS section back to the "defences" idea. Isolation + least privilege are the two
biggest structural defences and both come from the OS. Forward-ref privilege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 steps 1-3 (all three, everyone). Step 4 is INSTRUCTOR-ONLY on the Linux projector
machine — `python3 assets/crash.py` reads address 0 and segfaults cleanly on Linux; on Windows
it often surfaces as a catchable OSError, so don't have students run it.
Pre-flight the night before and record assets/crash-demo.mp4 as the fallback.
Windows students: Task Manager -&gt; Details tab shows PID; right-click -&gt; End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ritual. Three lines into the repo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start of Day 3. Checklist grading in the week-1 student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verbatim, then dismiss.
Tomorrow: your machine stops being alone — how two computers find each other and talk.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 Inside the Box: How a Program Actually Runs</dc:title>
  <dc:subject>PptxGenJS Presentation</dc:subject>
  <dc:creator>Created by Marp</dc:creator>
  <cp:lastModifiedBy>Created by Marp</cp:lastModifiedBy>
  <cp:revision>1</cp:revision>
  <dcterms:created xsi:type="dcterms:W3CDTF">2026-09-06T12:54:20Z</dcterms:created>
  <dcterms:modified xsi:type="dcterms:W3CDTF">2026-09-06T12:54:20Z</dcterms:modified>
</cp:coreProperties>
</file>