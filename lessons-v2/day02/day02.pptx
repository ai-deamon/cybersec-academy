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SHEET (90 min):
00:00 Journey check + hook
00:05 The hardware that matters: CPU / RAM / disk
00:20 Program vs process
00:35 Source code -&gt; running process
00:50 The OS as referee (isolation, user vs kernel)
00:58 Why a bug can become control (the seed)
01:05 Hands-on: your own machine
01:20 Wrap + homework
CUT FIRST IF SHORT: the "interpreted languages" sub-point; the segfault demo (keep the htop part).
NEVER CUT: program vs process, OS isolation, the "bug becomes control" seed, the hands-on.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Journey Check" — do this every day. Yesterday / Today / Tomorrow, one line each.
It stops students feeling lost in the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sit. Sort by memory. Point at how many entries there are.
The answer — processes, and the OS juggling them — is the whole lesson. Don't answer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more in a computer (GPU, network card, buses) but for security reasoning these three
are what you need. Keep it to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CPU is dumb and fast and obedient. That obedience is why "if I can change what instruction
comes next, I control the machine" (slide later).
The "next instruction" pointer is the instruction pointer / program counter. Name it lightly.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MISCONCEPTION TO KILL: "RAM and storage are the same thing." They are not.
"8 GB of RAM" is not "8 GB of files." Closing a laptop lid vs shutting down: RAM contents
are what you lose on shutdown.
Analogy we reuse: kitchen. CPU = chef. RAM = the counter you're actively working on.
Disk = the pantry. You fetch ingredients from the pantry to the counter to cook.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distinction of the day. Say it three ways.
A program does nothing. It's inert text on disk. It only "does" anything when the OS turns it
into a process. Killing a process doesn't delete the program. Deleting the program doesn't
stop a running process.
MISCONCEPTION: "I closed the window so the program stopped." Sometimes the process keeps
running in the background. Show one in Task Manager.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through it:
1. You write source code — English-ish, for humans.
2. A COMPILER translates it into machine code — raw CPU instructions — and writes an
   executable file to disk (e.g. a .exe, or an ELF binary on Linux).
3. You run it: the OS reads that file, copies it into RAM, lays out its memory, points the
   CPU at the first instruction. Now it's a process.
Interpreted languages (Python, JavaScript): there's no compile-to-exe step you see — the
Python interpreter is itself a running process that reads your script line by line.
CUT the interpreted-languages point first if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 no diagrams of stack frames yet. The one part that matters for the security
seed: the stack holds RETURN ADDRESSES — "when this function finishes, jump back to here."
That's data. Sitting in the same RAM as everything else. Remember that for two slides'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a security property: a bug or malware in one process shouldn't be able to read
your password manager's memory. (Shouldn't. Attacks on this exist — later.)
This referee role is why the OS is the layer attackers most want to control and defenders
most want to harden — Week 2 is all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a bank. Customers (user mode) fill in a slip and hand it to a teller. Only staff
(kernel mode) go into the vault. A system call is the slip.
Why it matters: if attacker code is stuck in user mode it's limited. "Privilege escalation"
(Day 7, Day 17) is the attacker trying to get from downstairs to upstairs.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"aha" that makes exploitation make sense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Concrete-but-gentle: a program reads your name into a box sized for 20 characters. You send
5,000 characters. The extra spills past the box and overwrites the "where to go back to"
value on the stack. When the function returns, the CPU jumps to an address the attacker put
there.
We are NOT exploiting anything today. The point is: a "crash bug" and "attacker runs their
code" are the same underlying flaw. That's why memory-safety bugs are treated as 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Students don't need depth now — they need to know defence is layered and
built into the OS and compiler. We come back to these when we actually do exploitation (W4).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should get through steps 1-3. Step 4 is the segfault demo — cut it if time is tight.
crash.py does `ctypes.string_at(0)` — a read from address 0, which the OS forbids -&gt; instant kill.
Point: the OS caught it and contained it. That containment is the referee doing its job.
Walk the room. Windows users: Task Manager -&gt; Details tab shows PID; right-click -&gt; End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daily ritual. Three lines into the repo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start of Day 3. Checklist grading in the week-1 student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verbatim, then dismiss.
Tomorrow: your machine stops being alone — how two computers find each other and talk.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Day 2 — Inside the Box: How a Program Actually Runs</dc:title>
  <dc:subject>PptxGenJS Presentation</dc:subject>
  <dc:creator>Created by Marp</dc:creator>
  <cp:lastModifiedBy>Created by Marp</cp:lastModifiedBy>
  <cp:revision>1</cp:revision>
  <dcterms:created xsi:type="dcterms:W3CDTF">2026-09-06T12:44:00Z</dcterms:created>
  <dcterms:modified xsi:type="dcterms:W3CDTF">2026-09-06T12:44:00Z</dcterms:modified>
</cp:coreProperties>
</file>