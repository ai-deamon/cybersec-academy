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Light on new content — reflection, choosing, the capstone brief.
00:00 Journey check — the whole arc + look at your repo        5
00:05 The map of the field (Red / Blue / wings)                6
00:11 Red team roles — the actual day                          8
00:19 Blue team roles — the actual day                         8
00:27 The wings                                                6
00:33 DO: skills self-assessment                               8
00:41 The Indian market — the honest version                   8
00:49 Certs — the ladder, and what they're worth               6
00:55 DO: "which door and why" + next 3 steps + pitches       10
01:05 Finalise the portfolio repo                              6
01:11 CAPSTONE BRIEF                                           10
01:21 Final recap — the course in 3 lines                      4
CUT FIRST IF SHORT: the wings slide to 3 min; pitches to 2 volunteers.
NEVER CUT: the self-assessment DO, "which door + 3 steps" DO, the portfolio finalisation, the
capstone brief.
ANALOGY (kitchen): you've now trained at every station — the line (offense), the pass and the
security office (defense), front-of-house and the books (GRC), supplier relations (cloud), the
new equipment (AI). Which station do you want to run? Your repo is your reference from the head chef.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 - the final one. Have them literally scroll their repo: scanner.py, the
engagement journal, web-vulns.md, attack-chain.md, ai-attacks.md, timeline.md, ir-runbook.md.
"You didn't learn ABOUT security. You did it. That's the difference on a CV."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Purple team = red + blue working together. "Full stack" security people exist. Nobody is
locked in by their first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surprise for students: pentesting is ~40% writing. The report is the product (Day 12).
AppSec is the fastest-growing and most dev-adjacent - good for CS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 L1 is where most people start in India - high volume of openings, gets you experience.
"Detection engineer" is the sweet spot for someone who enjoyed BOTH the Red days and Day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plainly: GRC is a real, well-paid, less-gatekept path that suits people who are
organised and communicate well but don't love the terminal. It's not "lesser".
CUT to 3 min if 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The clusters map to doors: scripting+lifecycle+web = Red-lean; logs+timeline+IR =
Blue-lean; "explain the risk to a non-technical person" = GRC-lean. It's a nudge, not destiny.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real: freshers face a lot of "junior" roles asking for experience. The students who get
past it have (1) a visible portfolio, (2) one relevant cert, (3) they can talk through a
project in the interview. This course gave them (1). Certs and interviews are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CISSP is a management cert and needs ~5 years experience - not a fresher cert. Security+ is
the realistic first one for most. For Red, TryHackMe/HTB + eJPT is a cheap strong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incl. 3-4 pitches. "Deciding between two" is a completely fine answer for now. The
point is a CONCRETE next step, not a life plan. Push back on vague ("get better at hacking")
-&gt; "which HTB path, by when?"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 - get them to at least draft the README now. Template in assets/. A clean portfolio
repo with 8 real artifacts genuinely stands out for a fresher.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part ~2 min. A = Weeks 3-4 combined. B = Day 19. C = today. D = the whole course.
It's marked against the Definition of Success - "can you do the basics, and do you know your
direction". Everyone who did the weekly assignments has 80% of this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recap. Then: "you came in 20 days ago asking 'what is a bit'. You leave knowing what
the field is, what you can do, and which door you're walking toward. That was the whole point.
Go build."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20 — Careers, Specialization, and the Capstone</dc:title>
  <dc:subject>PptxGenJS Presentation</dc:subject>
  <dc:creator>Created by Marp</dc:creator>
  <cp:lastModifiedBy>Created by Marp</cp:lastModifiedBy>
  <cp:revision>1</cp:revision>
  <dcterms:created xsi:type="dcterms:W3CDTF">2026-09-06T17:39:00Z</dcterms:created>
  <dcterms:modified xsi:type="dcterms:W3CDTF">2026-09-06T17:39:00Z</dcterms:modified>
</cp:coreProperties>
</file>