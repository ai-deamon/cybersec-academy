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Hands-on INTERLEAVED — skills day.
00:00 Journey check + hook (why can't I write /etc/passwd?)    4
00:04 The permission triple                                    8
00:12 DO: read permissions                                     5
00:17 Owner / group / everyone else                            6
00:23 chmod / chown                                            8
00:31 DO: break perms, then fix them                           7
00:38 root and sudo                                            8
00:46 DO: sudo -l, sudo vs no-sudo                             4
00:50 Processes &amp; services (quick recall of Day 2)             6
00:56 cron — scheduled jobs                                    5
01:01 Privilege escalation — the crack in the model            9
01:10 Attack &lt;-&gt; defence                                       5
01:15 Wrap + artifact + homework                               5
CUT FIRST IF SHORT: the cron slide (name it, one line); the processes/services slide (Day 2 recall).
NEVER CUT: reading rwx, chmod (symbolic + numeric), root vs sudo, the priv-esc concept, the artifact.
ANALOGY (kitchen): permissions = the KEY CABINET. Every file/door has labels for owner / group /
everyone saying who may look (r), change (w), enter or run (x). root = the master key.
sudo = "borrow the master key for one job — and it's written in the logbook."
NO real exploitation today — priv-esc is a CONCEPT here; the hands-on version is Day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Journey Check. This is THE access-control day. The whole week's lens — "who can do
what" — is literally on screen today as rwx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 live — the denial is the point. "Yesterday cat worked. Now &gt;&gt; fails. Same file. What
changed? Nothing — you were always only allowed to read it. Today you can see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left to right. First char = type. Then user's rwx, group's rwx, other's rwx.
r = read contents / list a directory
w = change contents / add-remove files in a directory
x = execute (a file) / enter + traverse (a directory)  &lt;- the dir case surprises people
So `-rwxr-xr--` = owner: read+write+run · group: read+run · others: read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/etc/shadow (password hashes) being unreadable to you is the payoff of the hook.
/tmp being drwxrwxrwt: anyone can create files, but the sticky bit 't' means you can only
delete your OWN. Note it, don't dwell.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`id` output: uid=1000(alice) gid=1000(alice) groups=1000(alice),27(sudo),... — the `sudo`
group membership is what lets alice use sudo at all. Preview.
/etc/passwd fields are colon-separated (Day 6 `cut -d:`): name:x:uid:gid:comment:home:shell.
The `x` = "password is in /etc/shadow".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Symbolic for quick edits, numeric for setting a whole mode. Make them do 644 and 755 by hand:
"read-write for me, read for everyone" and "everyone can run it, only I can edit it".
chown needs root because otherwise you could give your files away to frame someone, or grab
someone else's.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min. Two lessons: (1) even the owner is bound by the bits — the OS doesn't make an exception.
(2) a script needs +x to run; setting +x doesn't run it, it just permits it (Day 2 misconception).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`#` prompt = root, `$` = normal user (Day 6). Least privilege in practice: you spend your
day as a normal user and borrow power for the 3 commands that need it.
Analogy: the master key lives in the manager's office; you sign the logbook, take it for one
job, bring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On a PERSONAL VM students have sudo. On the shared class box they may not —
then this is an instructor demo on the projector.
Point at a /etc/shadow line: user:$6$salt$hash:... — the $6$ = SHA-512 crypt. Callback to Day 5
(salted + slow). This is the file `hashcat` targets after a breach.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— this is recall, not new. The one new security idea: "runs as which user?" decides how
bad a compromise of that program is. Web server running as root = very bad.
CUT to one line if short: "processes and services each run AS a user; that user's power is
their power."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time fields: minute, hour, day-of-month, month, day-of-week. `*` = every.
The security angle (next slide): if root's cron runs a script that YOU can edit, you just got
root to run your code. Note it here, land it next slide.
CUT FIRST IF SHORT — name cron, one example,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ONLY today — we don't exploit anything. Day 17 is the hands-on version.
The unifying idea: root gave something away — an over-powerful binary, a writable file it
trusts, a too-broad sudo rule. Every one is a least-privilege failure.
`2&gt;/dev/null` throws away the "permission denied" noise (Day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 (folds into the priv-esc block). passwd is SUID-root so a normal user can update their
own hash in /etc/shadow (which only root can write). That's the legitimate use of SUID.
"Unusual" = a copy of bash, vim, find, python with the SUID bit = instant root. GTFOBins is
the reference (don't teach it, just name 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`chmod 777` is the Day 7 trap — say it plainly: it is never a fix, it is a vulnerability you
just created. If something "needs 777", the real problem is wrong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"do it to your own things first" lesson made concrete. The Week 2 weekend
assignment asks students to harden their VM and write a script that flags weak settings —
this slide is the checklist for that. `lynis` is free and its output IS a to-do list.
CUT to the SSH + firewall + "run lynis" lines if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8. Checklist grading in the week-2 student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Windows asks the same "who can do what" — with different words
(tokens, ACLs, the registry) and Active Directory tying many machines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— Linux II: Who Can Do What</dc:title>
  <dc:subject>PptxGenJS Presentation</dc:subject>
  <dc:creator>Created by Marp</dc:creator>
  <cp:lastModifiedBy>Created by Marp</cp:lastModifiedBy>
  <cp:revision>1</cp:revision>
  <dcterms:created xsi:type="dcterms:W3CDTF">2026-09-07T10:44:09Z</dcterms:created>
  <dcterms:modified xsi:type="dcterms:W3CDTF">2026-09-07T10:44:09Z</dcterms:modified>
</cp:coreProperties>
</file>