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Hands-on INTERLEAVED. Most students are ON Windows — native for them.
00:00 Journey check + hook (whoami /all)                       4
00:04 Same question, different answers (the mapping)           4
00:08 Accounts, groups, SIDs                                   7
00:15 DO: who am I                                             5
00:20 Admin vs standard + UAC                                  7
00:27 NTFS permissions / ACLs                                  7
00:34 DO: read an ACL with icacls                              5
00:39 The registry                                            7
00:46 DO: peek at a Run key                                    4
00:50 Services &amp; Scheduled Tasks                               5
00:55 PowerShell — the real interface (not cmd+colours)        7
01:02 DO: a 3-line PowerShell pipeline                         5
01:07 Active Directory — one slide                             4
01:11 Attack &lt;-&gt; defence                                       6
01:17 Wrap + artifact + homework                               4
CUT FIRST IF SHORT: the SID detail; Scheduled Tasks (name it, "= Windows cron"); the AD slide
to two sentences.
NEVER CUT: the Linux-&gt;Windows mapping, admin/UAC, ACLs, "PowerShell pipes objects", the
Run-key persistence idea, the artifact.
ANALOGY (kitchen / key cabinet from Day 7): same key cabinet, labels written in a more detailed
system — ID badges (tokens/SIDs), a full guest-list per door (ACL), UAC = "show the badge again
for the big doors", the registry = the master binder of every setting, AD = one HR department
issuing badges for every building in the company.
NON-WINDOWS STUDENTS: pair with a Windows neighbour, use the shared Windows box (RDP), or
follow on the projector. Every command here is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Journey Check. Frame today as TRANSLATION, not a whole new world. Every Windows idea
maps to something they learned yesterday.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it. It's a wall of output — point at the three sections: User, Groups, Privileges.
"Linux had uid + groups. Windows has all this, on a token, checked on every action."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map for the whole lesson. Keep it up / refer back. The right column is just
"the Windows word for a thing you already understand."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&gt; Administrator point surprises people and matters: "get admin" is often a
stepping stone to "get SYSTEM". SIDs matter because permissions are stored against SIDs, not
names — deleting and recreating "Alice" gives a new SID and none of the old access.
CUT SID detail first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`whoami /priv` — most are "Disabled" until a program needs them. SeDebugPrivilege,
SeBackupPrivilege etc. are the dangerous ones (can read any process / any file) — note, don't dwell.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lesson as Day 7's "don't live as root". UAC is not a security boundary Microsoft
guarantees, but it stops silent privilege use and casual mistakes.
Malware's goal: run something with admin WITHOUT triggering UAC ("UAC bypass") — name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`icacls` output codes: (F) full, (M) modify, (RX) read+execute, (R) read, (W) write; (I) =
inherited. `BUILTIN\Users:(RX)` etc.
The `hosts` file is a nice example — Users can read, only Administrators can write (it's a
tampering target — Day 4 DNS).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On the hosts file: everyone reads, only admins/SYSTEM modify. On their home folder:
themselves + SYSTEM + Administrators, full control, inherited.
Contrast out loud with yesterday's `ls -l` — same information, more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the master binder of every setting in the building. `regedit` is the GUI;
`Get-ItemProperty` / `reg query` on the CLI.
"Persistence" = how an attacker survives a reboot. Run keys, Services, Scheduled Tasks are the
top 3 — all things we're covering today. That's not a coincidence.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Read-only. If a student sees something odd, that's a teachable moment, not necessarily
malware (lots of legit software uses Run keys). "Investigate, don't panic" — Day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callback to Day 7. The pattern is identical across OSes: "a powerful background
thing that trusts a file/path you can write = you inherit its power."
CUT to one line if short: "Scheduled Tasks = Windows cron; Services = Windows daemons; both
run as an account and both are persistence spots."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8 TRAP: "PowerShell is just a prettier cmd." No — it's an object pipeline and the
primary offensive tooling surface. `Get-Help &lt;cmd&gt;` / `&lt;cmd&gt; -?` for docs.
Modern defence: Script Block Logging, Constrained Language Mode, AMSI — name them for the
attack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WS = working set (RAM). Contrast with Day 6 `ps aux | sort | head` which was text
columns. Same result, different mechanism.
Let students tweak it — sort by CPU, select different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to this. The one idea: "identity and policy, centralised." A DC is the crown jewel.
CUT to two sentences if short: "AD = one central login + policy system for a whole company.
Compromising it = compromising everything. More in Week 4."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LOLBins = "Living Off the Land Binaries" — using what's already installed so there's nothing
for antivirus to catch. lolbas-project.github.io is the reference (name only).
LSASS holds credentials in memory for single sign-on; dumping it is the classic post-exploit
move on Windows. Ties to Day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9. Non-Windows students: use the shared Windows box or pair up; note which.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you stop doing this by hand — Bash and Python to automate the
repetitive parts. You'll build a small scanner.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— Windows: Same Questions, Different Machine</dc:title>
  <dc:subject>PptxGenJS Presentation</dc:subject>
  <dc:creator>Created by Marp</dc:creator>
  <cp:lastModifiedBy>Created by Marp</cp:lastModifiedBy>
  <cp:revision>1</cp:revision>
  <dcterms:created xsi:type="dcterms:W3CDTF">2026-09-06T13:54:51Z</dcterms:created>
  <dcterms:modified xsi:type="dcterms:W3CDTF">2026-09-06T13:54:51Z</dcterms:modified>
</cp:coreProperties>
</file>