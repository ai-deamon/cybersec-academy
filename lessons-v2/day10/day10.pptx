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SHEET (~84 min). This is a CONCEPTS day — the design's "cap theory ~20 min" bends here,
so the mitigation is: every concept slide is its bullets and nothing more, the "rank" DO
breaks it up, and the 18-min threat-model exercise is the real centre. Don't lecture.
00:00 Journey check + hook (attack this app)                   4
00:04 The vocabulary, precisely                                7
00:11 Risk = likelihood x impact                               5
00:16 DO: rank 4 findings on the grid                          5
00:21 Threat actors &amp; motivation                               4
00:25 Attack surface &amp; trust boundaries                        5
00:30 The defender's principles (name the 5, move on)          4
00:34 Threat modelling — the method (4 Qs + STRIDE)            6
00:40 DO: threat-model an app together                        18
00:58 Wrap + artifact                                          3
01:01 WEEK 2 ASSIGNMENT BRIEF                                  17
01:18 Recap                                                    3
CUT FIRST IF SHORT: the "rank 4 findings" DO (do 2); the threat-actors slide to the table only.
NEVER CUT: threat/vuln/risk/exploit definitions; the untrusted-input question; the threat-model
exercise; the assignment brief.
ANALOGY (kitchen): threat modelling = a health-and-safety walkthrough of the kitchen — what's
valuable, who'd want to harm it, where are the ways in, what's the cheapest control at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Journey Check. Say it plainly: today is less hands-on, more "how to think". But it's the day
that makes Weeks 3-4 make sense.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4-5 answers. You'll get: guess passwords, see someone else's marks by changing the URL,
fake a login page, take it down before results day, SQL injection, insider changes a grade.
"You just did threat modelling. Today we make it systematic."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distinction that matters: a vulnerability with no threat that can reach it, or no asset
behind it, is not meaningful risk. And a tiny vulnerability on a critical asset can be top
priority. Risk is the thing you actually manage — not the raw bug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Day 10 trap, spelled out. Vuln count != risk. Where a finding sits on this grid
decides whether you drop everything or write it in a backlog.
Day 14 (vulnerability assessment) is this grid applied to scanner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Rough answers: 1 = HIGH/HIGH (fix now). 2 = LOW/LOW (log it). 3 = LOW-likelihood but
HIGH-impact (plan a fix; depends how trusted "staff" are). 4 = HIGH/HIGH if marks are
sensitive (trivial to enumerate). Argue #3 and #4 — that's the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student result portal: mostly cybercrime (creds resale) and insiders (grade changes) and
kiddies. Not nation-state. That focuses effort.
CUT to 3 min if short — the point is "match defences to realistic actors, not movie hackers".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recurring question of the whole course — the "untrusted input" lens. Every
injection (Day 16), every overflow (Day 2), every SSRF is "untrusted data reached something
powerful without being checked at the boundary".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of these has already shown up: least privilege (Linux/Windows), close unused ports
(networking), assume breach (why we do IR). Today we name them as a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STRIDE maps to CIA + two extras. It's a "what can go wrong" prompt so you don't miss a
category. Keep it lightweight — we're not doing a 40-page document.
Control types: also "mitigate / transfer / accept / avoid" as the risk-treatment choices —
name them if asked; "accept" is a valid documented decision for low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 min. You drive the drawing; students call out threats. Push for concrete: not "hacking" but
"the login form doesn't rate-limit, so an attacker sprays passwords" -&gt; control: lockout + MFA.
Everyone writes the finished model into their repo as day10/threat-model.md.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each part ~3 min. Part A is the whole week (Days 6-9) in one task. Part B is the stretch.
Emphasise: the SCRIPT is the point of Part A — it's Day 9 applied. Test only your own VM.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three lines. That's Week 2 done. Monday: Week 3 — the penetration testing lifecycle.
You stop reasoning about attacks and start (safely, in the lab) doing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10 — Security Thinking</dc:title>
  <dc:subject>PptxGenJS Presentation</dc:subject>
  <dc:creator>Created by Marp</dc:creator>
  <cp:lastModifiedBy>Created by Marp</cp:lastModifiedBy>
  <cp:revision>1</cp:revision>
  <dcterms:created xsi:type="dcterms:W3CDTF">2026-09-06T15:32:25Z</dcterms:created>
  <dcterms:modified xsi:type="dcterms:W3CDTF">2026-09-06T15:32:25Z</dcterms:modified>
</cp:coreProperties>
</file>